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4D242-94D7-46DB-AF24-6319C7897B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3BF872-14A3-4086-9A87-E8601ECDDD32}">
      <dgm:prSet/>
      <dgm:spPr/>
      <dgm:t>
        <a:bodyPr/>
        <a:lstStyle/>
        <a:p>
          <a:r>
            <a:rPr lang="en-US"/>
            <a:t>Employees may avoid reporting mistakes</a:t>
          </a:r>
        </a:p>
      </dgm:t>
    </dgm:pt>
    <dgm:pt modelId="{ECCFA441-2D25-487C-A367-B067D171B0C1}" type="parTrans" cxnId="{8A3F1BBC-FFEB-469F-8EC1-6DA94F2FA2F2}">
      <dgm:prSet/>
      <dgm:spPr/>
      <dgm:t>
        <a:bodyPr/>
        <a:lstStyle/>
        <a:p>
          <a:endParaRPr lang="en-US"/>
        </a:p>
      </dgm:t>
    </dgm:pt>
    <dgm:pt modelId="{F0DBD3CA-606F-4DA3-80A0-D7875389FA56}" type="sibTrans" cxnId="{8A3F1BBC-FFEB-469F-8EC1-6DA94F2FA2F2}">
      <dgm:prSet/>
      <dgm:spPr/>
      <dgm:t>
        <a:bodyPr/>
        <a:lstStyle/>
        <a:p>
          <a:endParaRPr lang="en-US"/>
        </a:p>
      </dgm:t>
    </dgm:pt>
    <dgm:pt modelId="{159DC185-7D6F-47E8-95F2-D3F861938F83}">
      <dgm:prSet/>
      <dgm:spPr/>
      <dgm:t>
        <a:bodyPr/>
        <a:lstStyle/>
        <a:p>
          <a:r>
            <a:rPr lang="en-US"/>
            <a:t>Concerns about retaliation or career impact</a:t>
          </a:r>
        </a:p>
      </dgm:t>
    </dgm:pt>
    <dgm:pt modelId="{76B09330-5795-42A5-A606-75F45386B776}" type="parTrans" cxnId="{644ECDAB-54E1-42E6-B2CE-5D86B1A3F0E6}">
      <dgm:prSet/>
      <dgm:spPr/>
      <dgm:t>
        <a:bodyPr/>
        <a:lstStyle/>
        <a:p>
          <a:endParaRPr lang="en-US"/>
        </a:p>
      </dgm:t>
    </dgm:pt>
    <dgm:pt modelId="{EF38EC51-35C8-4FD4-9F3F-A2B335AE8B0D}" type="sibTrans" cxnId="{644ECDAB-54E1-42E6-B2CE-5D86B1A3F0E6}">
      <dgm:prSet/>
      <dgm:spPr/>
      <dgm:t>
        <a:bodyPr/>
        <a:lstStyle/>
        <a:p>
          <a:endParaRPr lang="en-US"/>
        </a:p>
      </dgm:t>
    </dgm:pt>
    <dgm:pt modelId="{47FF4CE9-7D1E-4542-B38F-23F9517F356A}">
      <dgm:prSet/>
      <dgm:spPr/>
      <dgm:t>
        <a:bodyPr/>
        <a:lstStyle/>
        <a:p>
          <a:r>
            <a:rPr lang="en-US"/>
            <a:t>Inhibits learning from incidents</a:t>
          </a:r>
        </a:p>
      </dgm:t>
    </dgm:pt>
    <dgm:pt modelId="{CC27D0E8-4B3A-48E3-B1A5-FC5441D45474}" type="parTrans" cxnId="{592E74EF-4540-47C8-B414-14032FAF45F3}">
      <dgm:prSet/>
      <dgm:spPr/>
      <dgm:t>
        <a:bodyPr/>
        <a:lstStyle/>
        <a:p>
          <a:endParaRPr lang="en-US"/>
        </a:p>
      </dgm:t>
    </dgm:pt>
    <dgm:pt modelId="{CDF98DE5-6ED2-46D3-9D09-C676E7671CEC}" type="sibTrans" cxnId="{592E74EF-4540-47C8-B414-14032FAF45F3}">
      <dgm:prSet/>
      <dgm:spPr/>
      <dgm:t>
        <a:bodyPr/>
        <a:lstStyle/>
        <a:p>
          <a:endParaRPr lang="en-US"/>
        </a:p>
      </dgm:t>
    </dgm:pt>
    <dgm:pt modelId="{04F97102-02CF-415B-A683-36806B3AA556}">
      <dgm:prSet/>
      <dgm:spPr/>
      <dgm:t>
        <a:bodyPr/>
        <a:lstStyle/>
        <a:p>
          <a:r>
            <a:rPr lang="en-US"/>
            <a:t>Encourages cover-ups rather than transparency</a:t>
          </a:r>
        </a:p>
      </dgm:t>
    </dgm:pt>
    <dgm:pt modelId="{4EB0CADB-3D07-40F7-AD00-62C196E6FFBF}" type="parTrans" cxnId="{FCE4E4E6-AE9D-4225-82FD-F5AB10026ECC}">
      <dgm:prSet/>
      <dgm:spPr/>
      <dgm:t>
        <a:bodyPr/>
        <a:lstStyle/>
        <a:p>
          <a:endParaRPr lang="en-US"/>
        </a:p>
      </dgm:t>
    </dgm:pt>
    <dgm:pt modelId="{47D3A9EF-9CF4-4E6B-B3A3-B23A2DC97CB0}" type="sibTrans" cxnId="{FCE4E4E6-AE9D-4225-82FD-F5AB10026ECC}">
      <dgm:prSet/>
      <dgm:spPr/>
      <dgm:t>
        <a:bodyPr/>
        <a:lstStyle/>
        <a:p>
          <a:endParaRPr lang="en-US"/>
        </a:p>
      </dgm:t>
    </dgm:pt>
    <dgm:pt modelId="{EAB8C104-599E-4CEC-A35C-30A1AE8A0269}" type="pres">
      <dgm:prSet presAssocID="{1514D242-94D7-46DB-AF24-6319C7897B7D}" presName="root" presStyleCnt="0">
        <dgm:presLayoutVars>
          <dgm:dir/>
          <dgm:resizeHandles val="exact"/>
        </dgm:presLayoutVars>
      </dgm:prSet>
      <dgm:spPr/>
    </dgm:pt>
    <dgm:pt modelId="{E7A60B57-24FE-446F-BA6E-E6A418CBBB0E}" type="pres">
      <dgm:prSet presAssocID="{423BF872-14A3-4086-9A87-E8601ECDDD32}" presName="compNode" presStyleCnt="0"/>
      <dgm:spPr/>
    </dgm:pt>
    <dgm:pt modelId="{E16F111C-ADCF-4F28-AFC0-38023B62F75E}" type="pres">
      <dgm:prSet presAssocID="{423BF872-14A3-4086-9A87-E8601ECDDD32}" presName="bgRect" presStyleLbl="bgShp" presStyleIdx="0" presStyleCnt="4"/>
      <dgm:spPr/>
    </dgm:pt>
    <dgm:pt modelId="{FD2234BD-6DC3-4247-A9CB-2AA55C37EF14}" type="pres">
      <dgm:prSet presAssocID="{423BF872-14A3-4086-9A87-E8601ECDDD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5C8A4CB-6939-4E5F-B200-4679E0554770}" type="pres">
      <dgm:prSet presAssocID="{423BF872-14A3-4086-9A87-E8601ECDDD32}" presName="spaceRect" presStyleCnt="0"/>
      <dgm:spPr/>
    </dgm:pt>
    <dgm:pt modelId="{A0389210-CF71-4EBD-856F-2966E409C408}" type="pres">
      <dgm:prSet presAssocID="{423BF872-14A3-4086-9A87-E8601ECDDD32}" presName="parTx" presStyleLbl="revTx" presStyleIdx="0" presStyleCnt="4">
        <dgm:presLayoutVars>
          <dgm:chMax val="0"/>
          <dgm:chPref val="0"/>
        </dgm:presLayoutVars>
      </dgm:prSet>
      <dgm:spPr/>
    </dgm:pt>
    <dgm:pt modelId="{71A310D1-AD26-464B-83A4-9DBCB336A063}" type="pres">
      <dgm:prSet presAssocID="{F0DBD3CA-606F-4DA3-80A0-D7875389FA56}" presName="sibTrans" presStyleCnt="0"/>
      <dgm:spPr/>
    </dgm:pt>
    <dgm:pt modelId="{10647BAD-8701-4661-A06E-4BB28DC6DFCD}" type="pres">
      <dgm:prSet presAssocID="{159DC185-7D6F-47E8-95F2-D3F861938F83}" presName="compNode" presStyleCnt="0"/>
      <dgm:spPr/>
    </dgm:pt>
    <dgm:pt modelId="{12544E9F-B760-428F-8DEE-60851ECC107C}" type="pres">
      <dgm:prSet presAssocID="{159DC185-7D6F-47E8-95F2-D3F861938F83}" presName="bgRect" presStyleLbl="bgShp" presStyleIdx="1" presStyleCnt="4"/>
      <dgm:spPr/>
    </dgm:pt>
    <dgm:pt modelId="{13E8143A-CFA4-422D-B66B-16A737FAA7C4}" type="pres">
      <dgm:prSet presAssocID="{159DC185-7D6F-47E8-95F2-D3F861938F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A099155-B649-4DF1-BF45-B792032B1619}" type="pres">
      <dgm:prSet presAssocID="{159DC185-7D6F-47E8-95F2-D3F861938F83}" presName="spaceRect" presStyleCnt="0"/>
      <dgm:spPr/>
    </dgm:pt>
    <dgm:pt modelId="{A364C218-8987-47AF-9189-7DC85D9E77FB}" type="pres">
      <dgm:prSet presAssocID="{159DC185-7D6F-47E8-95F2-D3F861938F83}" presName="parTx" presStyleLbl="revTx" presStyleIdx="1" presStyleCnt="4">
        <dgm:presLayoutVars>
          <dgm:chMax val="0"/>
          <dgm:chPref val="0"/>
        </dgm:presLayoutVars>
      </dgm:prSet>
      <dgm:spPr/>
    </dgm:pt>
    <dgm:pt modelId="{63DD0E1A-BE9D-42D4-91F4-C27BCB59AEE1}" type="pres">
      <dgm:prSet presAssocID="{EF38EC51-35C8-4FD4-9F3F-A2B335AE8B0D}" presName="sibTrans" presStyleCnt="0"/>
      <dgm:spPr/>
    </dgm:pt>
    <dgm:pt modelId="{12B277A4-15AE-470F-A141-C67DCB414FCB}" type="pres">
      <dgm:prSet presAssocID="{47FF4CE9-7D1E-4542-B38F-23F9517F356A}" presName="compNode" presStyleCnt="0"/>
      <dgm:spPr/>
    </dgm:pt>
    <dgm:pt modelId="{F25E2507-A223-4F41-9B89-B1C957A70F09}" type="pres">
      <dgm:prSet presAssocID="{47FF4CE9-7D1E-4542-B38F-23F9517F356A}" presName="bgRect" presStyleLbl="bgShp" presStyleIdx="2" presStyleCnt="4"/>
      <dgm:spPr/>
    </dgm:pt>
    <dgm:pt modelId="{228475A7-5D44-4EED-99EF-AA7A5B423A61}" type="pres">
      <dgm:prSet presAssocID="{47FF4CE9-7D1E-4542-B38F-23F9517F35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73B6AC5-29F5-4F7F-8484-96AC6AFD034E}" type="pres">
      <dgm:prSet presAssocID="{47FF4CE9-7D1E-4542-B38F-23F9517F356A}" presName="spaceRect" presStyleCnt="0"/>
      <dgm:spPr/>
    </dgm:pt>
    <dgm:pt modelId="{BD290566-01CA-44F0-AA8B-E1C27CA3EB7A}" type="pres">
      <dgm:prSet presAssocID="{47FF4CE9-7D1E-4542-B38F-23F9517F356A}" presName="parTx" presStyleLbl="revTx" presStyleIdx="2" presStyleCnt="4">
        <dgm:presLayoutVars>
          <dgm:chMax val="0"/>
          <dgm:chPref val="0"/>
        </dgm:presLayoutVars>
      </dgm:prSet>
      <dgm:spPr/>
    </dgm:pt>
    <dgm:pt modelId="{6962F5B7-824A-49A8-A1DB-C34CBB37710D}" type="pres">
      <dgm:prSet presAssocID="{CDF98DE5-6ED2-46D3-9D09-C676E7671CEC}" presName="sibTrans" presStyleCnt="0"/>
      <dgm:spPr/>
    </dgm:pt>
    <dgm:pt modelId="{6D8C81E5-E135-4B03-8CD7-804C01977E77}" type="pres">
      <dgm:prSet presAssocID="{04F97102-02CF-415B-A683-36806B3AA556}" presName="compNode" presStyleCnt="0"/>
      <dgm:spPr/>
    </dgm:pt>
    <dgm:pt modelId="{EA37DEB2-21D2-45B2-880A-18E0FFDACCF2}" type="pres">
      <dgm:prSet presAssocID="{04F97102-02CF-415B-A683-36806B3AA556}" presName="bgRect" presStyleLbl="bgShp" presStyleIdx="3" presStyleCnt="4"/>
      <dgm:spPr/>
    </dgm:pt>
    <dgm:pt modelId="{336ED7C5-77B4-421E-BA36-E532BFCDA92E}" type="pres">
      <dgm:prSet presAssocID="{04F97102-02CF-415B-A683-36806B3AA5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9D8FF8D7-6C4B-4234-A5DC-17EA95FA70DD}" type="pres">
      <dgm:prSet presAssocID="{04F97102-02CF-415B-A683-36806B3AA556}" presName="spaceRect" presStyleCnt="0"/>
      <dgm:spPr/>
    </dgm:pt>
    <dgm:pt modelId="{F56FFC23-97B0-4B3F-85FD-B5E20D98D5B1}" type="pres">
      <dgm:prSet presAssocID="{04F97102-02CF-415B-A683-36806B3AA5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FB4715-F7FA-4AF3-BF18-B6277E80EA8A}" type="presOf" srcId="{159DC185-7D6F-47E8-95F2-D3F861938F83}" destId="{A364C218-8987-47AF-9189-7DC85D9E77FB}" srcOrd="0" destOrd="0" presId="urn:microsoft.com/office/officeart/2018/2/layout/IconVerticalSolidList"/>
    <dgm:cxn modelId="{63A00217-D520-4348-BB7E-E83E5245C6D7}" type="presOf" srcId="{423BF872-14A3-4086-9A87-E8601ECDDD32}" destId="{A0389210-CF71-4EBD-856F-2966E409C408}" srcOrd="0" destOrd="0" presId="urn:microsoft.com/office/officeart/2018/2/layout/IconVerticalSolidList"/>
    <dgm:cxn modelId="{F132D022-2211-46BB-82CB-D3F4FF3BA44F}" type="presOf" srcId="{04F97102-02CF-415B-A683-36806B3AA556}" destId="{F56FFC23-97B0-4B3F-85FD-B5E20D98D5B1}" srcOrd="0" destOrd="0" presId="urn:microsoft.com/office/officeart/2018/2/layout/IconVerticalSolidList"/>
    <dgm:cxn modelId="{47388089-44D3-4F60-B279-E73A6222FDEB}" type="presOf" srcId="{47FF4CE9-7D1E-4542-B38F-23F9517F356A}" destId="{BD290566-01CA-44F0-AA8B-E1C27CA3EB7A}" srcOrd="0" destOrd="0" presId="urn:microsoft.com/office/officeart/2018/2/layout/IconVerticalSolidList"/>
    <dgm:cxn modelId="{644ECDAB-54E1-42E6-B2CE-5D86B1A3F0E6}" srcId="{1514D242-94D7-46DB-AF24-6319C7897B7D}" destId="{159DC185-7D6F-47E8-95F2-D3F861938F83}" srcOrd="1" destOrd="0" parTransId="{76B09330-5795-42A5-A606-75F45386B776}" sibTransId="{EF38EC51-35C8-4FD4-9F3F-A2B335AE8B0D}"/>
    <dgm:cxn modelId="{8A3F1BBC-FFEB-469F-8EC1-6DA94F2FA2F2}" srcId="{1514D242-94D7-46DB-AF24-6319C7897B7D}" destId="{423BF872-14A3-4086-9A87-E8601ECDDD32}" srcOrd="0" destOrd="0" parTransId="{ECCFA441-2D25-487C-A367-B067D171B0C1}" sibTransId="{F0DBD3CA-606F-4DA3-80A0-D7875389FA56}"/>
    <dgm:cxn modelId="{52650BCA-49C0-42BF-ACE1-283E54D23DB3}" type="presOf" srcId="{1514D242-94D7-46DB-AF24-6319C7897B7D}" destId="{EAB8C104-599E-4CEC-A35C-30A1AE8A0269}" srcOrd="0" destOrd="0" presId="urn:microsoft.com/office/officeart/2018/2/layout/IconVerticalSolidList"/>
    <dgm:cxn modelId="{FCE4E4E6-AE9D-4225-82FD-F5AB10026ECC}" srcId="{1514D242-94D7-46DB-AF24-6319C7897B7D}" destId="{04F97102-02CF-415B-A683-36806B3AA556}" srcOrd="3" destOrd="0" parTransId="{4EB0CADB-3D07-40F7-AD00-62C196E6FFBF}" sibTransId="{47D3A9EF-9CF4-4E6B-B3A3-B23A2DC97CB0}"/>
    <dgm:cxn modelId="{592E74EF-4540-47C8-B414-14032FAF45F3}" srcId="{1514D242-94D7-46DB-AF24-6319C7897B7D}" destId="{47FF4CE9-7D1E-4542-B38F-23F9517F356A}" srcOrd="2" destOrd="0" parTransId="{CC27D0E8-4B3A-48E3-B1A5-FC5441D45474}" sibTransId="{CDF98DE5-6ED2-46D3-9D09-C676E7671CEC}"/>
    <dgm:cxn modelId="{7B6443BD-B84A-48E8-9B8D-90C1819784D3}" type="presParOf" srcId="{EAB8C104-599E-4CEC-A35C-30A1AE8A0269}" destId="{E7A60B57-24FE-446F-BA6E-E6A418CBBB0E}" srcOrd="0" destOrd="0" presId="urn:microsoft.com/office/officeart/2018/2/layout/IconVerticalSolidList"/>
    <dgm:cxn modelId="{F5A6F0EB-C8A5-4F45-80DA-67A19526E83E}" type="presParOf" srcId="{E7A60B57-24FE-446F-BA6E-E6A418CBBB0E}" destId="{E16F111C-ADCF-4F28-AFC0-38023B62F75E}" srcOrd="0" destOrd="0" presId="urn:microsoft.com/office/officeart/2018/2/layout/IconVerticalSolidList"/>
    <dgm:cxn modelId="{7816B368-072F-48F9-BEA6-F2A7EDCCDAE1}" type="presParOf" srcId="{E7A60B57-24FE-446F-BA6E-E6A418CBBB0E}" destId="{FD2234BD-6DC3-4247-A9CB-2AA55C37EF14}" srcOrd="1" destOrd="0" presId="urn:microsoft.com/office/officeart/2018/2/layout/IconVerticalSolidList"/>
    <dgm:cxn modelId="{D1ED5DAC-33B6-4759-B610-D3600803DB82}" type="presParOf" srcId="{E7A60B57-24FE-446F-BA6E-E6A418CBBB0E}" destId="{A5C8A4CB-6939-4E5F-B200-4679E0554770}" srcOrd="2" destOrd="0" presId="urn:microsoft.com/office/officeart/2018/2/layout/IconVerticalSolidList"/>
    <dgm:cxn modelId="{7B05E730-AF93-4E23-BC53-42852828819F}" type="presParOf" srcId="{E7A60B57-24FE-446F-BA6E-E6A418CBBB0E}" destId="{A0389210-CF71-4EBD-856F-2966E409C408}" srcOrd="3" destOrd="0" presId="urn:microsoft.com/office/officeart/2018/2/layout/IconVerticalSolidList"/>
    <dgm:cxn modelId="{343C2152-AD32-47B6-9936-6E2DBD55BF24}" type="presParOf" srcId="{EAB8C104-599E-4CEC-A35C-30A1AE8A0269}" destId="{71A310D1-AD26-464B-83A4-9DBCB336A063}" srcOrd="1" destOrd="0" presId="urn:microsoft.com/office/officeart/2018/2/layout/IconVerticalSolidList"/>
    <dgm:cxn modelId="{43685C06-FA66-4950-8A40-1E85AA28B29A}" type="presParOf" srcId="{EAB8C104-599E-4CEC-A35C-30A1AE8A0269}" destId="{10647BAD-8701-4661-A06E-4BB28DC6DFCD}" srcOrd="2" destOrd="0" presId="urn:microsoft.com/office/officeart/2018/2/layout/IconVerticalSolidList"/>
    <dgm:cxn modelId="{84274B08-8184-46C1-8134-57A1AFBBAE40}" type="presParOf" srcId="{10647BAD-8701-4661-A06E-4BB28DC6DFCD}" destId="{12544E9F-B760-428F-8DEE-60851ECC107C}" srcOrd="0" destOrd="0" presId="urn:microsoft.com/office/officeart/2018/2/layout/IconVerticalSolidList"/>
    <dgm:cxn modelId="{9B419BF6-FC09-4092-BDE5-AB831D50E1C7}" type="presParOf" srcId="{10647BAD-8701-4661-A06E-4BB28DC6DFCD}" destId="{13E8143A-CFA4-422D-B66B-16A737FAA7C4}" srcOrd="1" destOrd="0" presId="urn:microsoft.com/office/officeart/2018/2/layout/IconVerticalSolidList"/>
    <dgm:cxn modelId="{70862E2F-A8F5-4028-B56E-638A03C28B10}" type="presParOf" srcId="{10647BAD-8701-4661-A06E-4BB28DC6DFCD}" destId="{4A099155-B649-4DF1-BF45-B792032B1619}" srcOrd="2" destOrd="0" presId="urn:microsoft.com/office/officeart/2018/2/layout/IconVerticalSolidList"/>
    <dgm:cxn modelId="{AD15C6D3-20D8-41E1-BF09-4167343E0271}" type="presParOf" srcId="{10647BAD-8701-4661-A06E-4BB28DC6DFCD}" destId="{A364C218-8987-47AF-9189-7DC85D9E77FB}" srcOrd="3" destOrd="0" presId="urn:microsoft.com/office/officeart/2018/2/layout/IconVerticalSolidList"/>
    <dgm:cxn modelId="{5CF771E5-769A-44CC-8640-9DFF6288A499}" type="presParOf" srcId="{EAB8C104-599E-4CEC-A35C-30A1AE8A0269}" destId="{63DD0E1A-BE9D-42D4-91F4-C27BCB59AEE1}" srcOrd="3" destOrd="0" presId="urn:microsoft.com/office/officeart/2018/2/layout/IconVerticalSolidList"/>
    <dgm:cxn modelId="{51DCE9E7-E229-45BD-889D-1C9E7F059A66}" type="presParOf" srcId="{EAB8C104-599E-4CEC-A35C-30A1AE8A0269}" destId="{12B277A4-15AE-470F-A141-C67DCB414FCB}" srcOrd="4" destOrd="0" presId="urn:microsoft.com/office/officeart/2018/2/layout/IconVerticalSolidList"/>
    <dgm:cxn modelId="{E595DDBD-0105-4A62-A028-13F2FCCF055D}" type="presParOf" srcId="{12B277A4-15AE-470F-A141-C67DCB414FCB}" destId="{F25E2507-A223-4F41-9B89-B1C957A70F09}" srcOrd="0" destOrd="0" presId="urn:microsoft.com/office/officeart/2018/2/layout/IconVerticalSolidList"/>
    <dgm:cxn modelId="{9A59E039-9857-4B54-8054-782F862E8EAA}" type="presParOf" srcId="{12B277A4-15AE-470F-A141-C67DCB414FCB}" destId="{228475A7-5D44-4EED-99EF-AA7A5B423A61}" srcOrd="1" destOrd="0" presId="urn:microsoft.com/office/officeart/2018/2/layout/IconVerticalSolidList"/>
    <dgm:cxn modelId="{6E98BE91-1DB3-43C7-B327-7056DB56AADC}" type="presParOf" srcId="{12B277A4-15AE-470F-A141-C67DCB414FCB}" destId="{A73B6AC5-29F5-4F7F-8484-96AC6AFD034E}" srcOrd="2" destOrd="0" presId="urn:microsoft.com/office/officeart/2018/2/layout/IconVerticalSolidList"/>
    <dgm:cxn modelId="{EB930B93-700A-4FEC-8F9E-E1E397F6FB85}" type="presParOf" srcId="{12B277A4-15AE-470F-A141-C67DCB414FCB}" destId="{BD290566-01CA-44F0-AA8B-E1C27CA3EB7A}" srcOrd="3" destOrd="0" presId="urn:microsoft.com/office/officeart/2018/2/layout/IconVerticalSolidList"/>
    <dgm:cxn modelId="{858AFB9C-F918-4CBB-89EE-5FE18ADEAA07}" type="presParOf" srcId="{EAB8C104-599E-4CEC-A35C-30A1AE8A0269}" destId="{6962F5B7-824A-49A8-A1DB-C34CBB37710D}" srcOrd="5" destOrd="0" presId="urn:microsoft.com/office/officeart/2018/2/layout/IconVerticalSolidList"/>
    <dgm:cxn modelId="{B461C4F1-70B5-42A2-B88E-30F8CB612C56}" type="presParOf" srcId="{EAB8C104-599E-4CEC-A35C-30A1AE8A0269}" destId="{6D8C81E5-E135-4B03-8CD7-804C01977E77}" srcOrd="6" destOrd="0" presId="urn:microsoft.com/office/officeart/2018/2/layout/IconVerticalSolidList"/>
    <dgm:cxn modelId="{AF64759F-2A6F-47F9-9E4D-1B7A71F980E8}" type="presParOf" srcId="{6D8C81E5-E135-4B03-8CD7-804C01977E77}" destId="{EA37DEB2-21D2-45B2-880A-18E0FFDACCF2}" srcOrd="0" destOrd="0" presId="urn:microsoft.com/office/officeart/2018/2/layout/IconVerticalSolidList"/>
    <dgm:cxn modelId="{10CBAB40-3375-41B6-A225-CF636201C6C6}" type="presParOf" srcId="{6D8C81E5-E135-4B03-8CD7-804C01977E77}" destId="{336ED7C5-77B4-421E-BA36-E532BFCDA92E}" srcOrd="1" destOrd="0" presId="urn:microsoft.com/office/officeart/2018/2/layout/IconVerticalSolidList"/>
    <dgm:cxn modelId="{D718F2CF-E252-4363-9882-A2A8EC6BBEB8}" type="presParOf" srcId="{6D8C81E5-E135-4B03-8CD7-804C01977E77}" destId="{9D8FF8D7-6C4B-4234-A5DC-17EA95FA70DD}" srcOrd="2" destOrd="0" presId="urn:microsoft.com/office/officeart/2018/2/layout/IconVerticalSolidList"/>
    <dgm:cxn modelId="{688588F5-B706-4CCD-A408-AAF3F62E4D21}" type="presParOf" srcId="{6D8C81E5-E135-4B03-8CD7-804C01977E77}" destId="{F56FFC23-97B0-4B3F-85FD-B5E20D98D5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467576-FF29-46F9-9CEE-BFE1EB137B8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FC375B-627A-4214-A92D-C36113D48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consistent way to report or analyze incidents</a:t>
          </a:r>
        </a:p>
      </dgm:t>
    </dgm:pt>
    <dgm:pt modelId="{AA71B9AA-1F7E-42BB-8263-423B8CE8DE97}" type="parTrans" cxnId="{967C5FDB-9017-4064-89BD-75D20D184429}">
      <dgm:prSet/>
      <dgm:spPr/>
      <dgm:t>
        <a:bodyPr/>
        <a:lstStyle/>
        <a:p>
          <a:endParaRPr lang="en-US"/>
        </a:p>
      </dgm:t>
    </dgm:pt>
    <dgm:pt modelId="{FC8AC924-798F-4247-8AAB-97AE51FD1B0E}" type="sibTrans" cxnId="{967C5FDB-9017-4064-89BD-75D20D184429}">
      <dgm:prSet/>
      <dgm:spPr/>
      <dgm:t>
        <a:bodyPr/>
        <a:lstStyle/>
        <a:p>
          <a:endParaRPr lang="en-US"/>
        </a:p>
      </dgm:t>
    </dgm:pt>
    <dgm:pt modelId="{417DE3A1-3CB5-48A4-BF76-442D60288E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Delays or misunderstandings when sharing findings</a:t>
          </a:r>
        </a:p>
      </dgm:t>
    </dgm:pt>
    <dgm:pt modelId="{FD6FDBA4-090B-41A3-AEF7-42596DCD78C9}" type="parTrans" cxnId="{6979DB8C-5E99-4823-A83B-1251E8E4097E}">
      <dgm:prSet/>
      <dgm:spPr/>
      <dgm:t>
        <a:bodyPr/>
        <a:lstStyle/>
        <a:p>
          <a:endParaRPr lang="en-US"/>
        </a:p>
      </dgm:t>
    </dgm:pt>
    <dgm:pt modelId="{BCB34C08-0C97-478F-BD05-CA4C556A8359}" type="sibTrans" cxnId="{6979DB8C-5E99-4823-A83B-1251E8E4097E}">
      <dgm:prSet/>
      <dgm:spPr/>
      <dgm:t>
        <a:bodyPr/>
        <a:lstStyle/>
        <a:p>
          <a:endParaRPr lang="en-US"/>
        </a:p>
      </dgm:t>
    </dgm:pt>
    <dgm:pt modelId="{C57979BB-FB09-45E7-A05E-F933C4E380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Staff unclear on what to report or how it will be used</a:t>
          </a:r>
        </a:p>
      </dgm:t>
    </dgm:pt>
    <dgm:pt modelId="{285F31DB-C587-4FD9-8323-65AA6904417A}" type="parTrans" cxnId="{96B27969-77E6-4D3D-B9A7-2241DE9D35E7}">
      <dgm:prSet/>
      <dgm:spPr/>
      <dgm:t>
        <a:bodyPr/>
        <a:lstStyle/>
        <a:p>
          <a:endParaRPr lang="en-US"/>
        </a:p>
      </dgm:t>
    </dgm:pt>
    <dgm:pt modelId="{088233B2-F2E9-407F-B598-B3EBBBF70263}" type="sibTrans" cxnId="{96B27969-77E6-4D3D-B9A7-2241DE9D35E7}">
      <dgm:prSet/>
      <dgm:spPr/>
      <dgm:t>
        <a:bodyPr/>
        <a:lstStyle/>
        <a:p>
          <a:endParaRPr lang="en-US"/>
        </a:p>
      </dgm:t>
    </dgm:pt>
    <dgm:pt modelId="{72E20CB0-4198-4360-A38E-35FE0FD02255}" type="pres">
      <dgm:prSet presAssocID="{FB467576-FF29-46F9-9CEE-BFE1EB137B8B}" presName="root" presStyleCnt="0">
        <dgm:presLayoutVars>
          <dgm:dir/>
          <dgm:resizeHandles val="exact"/>
        </dgm:presLayoutVars>
      </dgm:prSet>
      <dgm:spPr/>
    </dgm:pt>
    <dgm:pt modelId="{78758890-6E06-4A48-B665-882ABB140FB2}" type="pres">
      <dgm:prSet presAssocID="{50FC375B-627A-4214-A92D-C36113D4879F}" presName="compNode" presStyleCnt="0"/>
      <dgm:spPr/>
    </dgm:pt>
    <dgm:pt modelId="{A245A202-5B92-4B73-8EB1-5BEA0358D6F3}" type="pres">
      <dgm:prSet presAssocID="{50FC375B-627A-4214-A92D-C36113D487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4E80D32-729E-4572-9C65-38722C0787DA}" type="pres">
      <dgm:prSet presAssocID="{50FC375B-627A-4214-A92D-C36113D4879F}" presName="spaceRect" presStyleCnt="0"/>
      <dgm:spPr/>
    </dgm:pt>
    <dgm:pt modelId="{ADDC33AF-8E78-4E04-A41B-DD7AF2378E8A}" type="pres">
      <dgm:prSet presAssocID="{50FC375B-627A-4214-A92D-C36113D4879F}" presName="textRect" presStyleLbl="revTx" presStyleIdx="0" presStyleCnt="3">
        <dgm:presLayoutVars>
          <dgm:chMax val="1"/>
          <dgm:chPref val="1"/>
        </dgm:presLayoutVars>
      </dgm:prSet>
      <dgm:spPr/>
    </dgm:pt>
    <dgm:pt modelId="{A209E8BB-8568-48DE-8EAC-0D3606D23559}" type="pres">
      <dgm:prSet presAssocID="{FC8AC924-798F-4247-8AAB-97AE51FD1B0E}" presName="sibTrans" presStyleCnt="0"/>
      <dgm:spPr/>
    </dgm:pt>
    <dgm:pt modelId="{E42B07E0-4A4D-48CB-91E0-F1A19F840A5C}" type="pres">
      <dgm:prSet presAssocID="{417DE3A1-3CB5-48A4-BF76-442D60288E13}" presName="compNode" presStyleCnt="0"/>
      <dgm:spPr/>
    </dgm:pt>
    <dgm:pt modelId="{C92BA961-4DCC-47D9-B9CB-C73FA2B874F9}" type="pres">
      <dgm:prSet presAssocID="{417DE3A1-3CB5-48A4-BF76-442D60288E1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A442686-084B-4228-B88D-DBCA773C5B34}" type="pres">
      <dgm:prSet presAssocID="{417DE3A1-3CB5-48A4-BF76-442D60288E13}" presName="spaceRect" presStyleCnt="0"/>
      <dgm:spPr/>
    </dgm:pt>
    <dgm:pt modelId="{FE6CC73E-129A-4944-8F71-2A58852BA22B}" type="pres">
      <dgm:prSet presAssocID="{417DE3A1-3CB5-48A4-BF76-442D60288E13}" presName="textRect" presStyleLbl="revTx" presStyleIdx="1" presStyleCnt="3">
        <dgm:presLayoutVars>
          <dgm:chMax val="1"/>
          <dgm:chPref val="1"/>
        </dgm:presLayoutVars>
      </dgm:prSet>
      <dgm:spPr/>
    </dgm:pt>
    <dgm:pt modelId="{B1612757-89C7-4A40-9AF7-88F60CA19B2E}" type="pres">
      <dgm:prSet presAssocID="{BCB34C08-0C97-478F-BD05-CA4C556A8359}" presName="sibTrans" presStyleCnt="0"/>
      <dgm:spPr/>
    </dgm:pt>
    <dgm:pt modelId="{3A648F02-18EB-4298-A3B3-56C44C2CE9C1}" type="pres">
      <dgm:prSet presAssocID="{C57979BB-FB09-45E7-A05E-F933C4E380F8}" presName="compNode" presStyleCnt="0"/>
      <dgm:spPr/>
    </dgm:pt>
    <dgm:pt modelId="{8FB5055D-B12D-4F10-9D31-E124C65BE131}" type="pres">
      <dgm:prSet presAssocID="{C57979BB-FB09-45E7-A05E-F933C4E380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1C7ACE0-4F78-4EB1-B528-6E111992580C}" type="pres">
      <dgm:prSet presAssocID="{C57979BB-FB09-45E7-A05E-F933C4E380F8}" presName="spaceRect" presStyleCnt="0"/>
      <dgm:spPr/>
    </dgm:pt>
    <dgm:pt modelId="{4B4E9AE4-8DA5-4131-B2C6-34509129BD2A}" type="pres">
      <dgm:prSet presAssocID="{C57979BB-FB09-45E7-A05E-F933C4E380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3C6810-16C8-4A2D-8E97-4821A15D54A3}" type="presOf" srcId="{50FC375B-627A-4214-A92D-C36113D4879F}" destId="{ADDC33AF-8E78-4E04-A41B-DD7AF2378E8A}" srcOrd="0" destOrd="0" presId="urn:microsoft.com/office/officeart/2018/2/layout/IconLabelList"/>
    <dgm:cxn modelId="{06DCD35C-3C47-475C-A591-2F1D3CFF19FD}" type="presOf" srcId="{C57979BB-FB09-45E7-A05E-F933C4E380F8}" destId="{4B4E9AE4-8DA5-4131-B2C6-34509129BD2A}" srcOrd="0" destOrd="0" presId="urn:microsoft.com/office/officeart/2018/2/layout/IconLabelList"/>
    <dgm:cxn modelId="{96B27969-77E6-4D3D-B9A7-2241DE9D35E7}" srcId="{FB467576-FF29-46F9-9CEE-BFE1EB137B8B}" destId="{C57979BB-FB09-45E7-A05E-F933C4E380F8}" srcOrd="2" destOrd="0" parTransId="{285F31DB-C587-4FD9-8323-65AA6904417A}" sibTransId="{088233B2-F2E9-407F-B598-B3EBBBF70263}"/>
    <dgm:cxn modelId="{6FAD9859-1E29-4B46-9922-ED269ABAC0BB}" type="presOf" srcId="{417DE3A1-3CB5-48A4-BF76-442D60288E13}" destId="{FE6CC73E-129A-4944-8F71-2A58852BA22B}" srcOrd="0" destOrd="0" presId="urn:microsoft.com/office/officeart/2018/2/layout/IconLabelList"/>
    <dgm:cxn modelId="{473D8B8B-15FD-4C0B-804C-7096DAB15F4D}" type="presOf" srcId="{FB467576-FF29-46F9-9CEE-BFE1EB137B8B}" destId="{72E20CB0-4198-4360-A38E-35FE0FD02255}" srcOrd="0" destOrd="0" presId="urn:microsoft.com/office/officeart/2018/2/layout/IconLabelList"/>
    <dgm:cxn modelId="{6979DB8C-5E99-4823-A83B-1251E8E4097E}" srcId="{FB467576-FF29-46F9-9CEE-BFE1EB137B8B}" destId="{417DE3A1-3CB5-48A4-BF76-442D60288E13}" srcOrd="1" destOrd="0" parTransId="{FD6FDBA4-090B-41A3-AEF7-42596DCD78C9}" sibTransId="{BCB34C08-0C97-478F-BD05-CA4C556A8359}"/>
    <dgm:cxn modelId="{967C5FDB-9017-4064-89BD-75D20D184429}" srcId="{FB467576-FF29-46F9-9CEE-BFE1EB137B8B}" destId="{50FC375B-627A-4214-A92D-C36113D4879F}" srcOrd="0" destOrd="0" parTransId="{AA71B9AA-1F7E-42BB-8263-423B8CE8DE97}" sibTransId="{FC8AC924-798F-4247-8AAB-97AE51FD1B0E}"/>
    <dgm:cxn modelId="{6DEE9836-1934-4171-AD89-49E2730167F8}" type="presParOf" srcId="{72E20CB0-4198-4360-A38E-35FE0FD02255}" destId="{78758890-6E06-4A48-B665-882ABB140FB2}" srcOrd="0" destOrd="0" presId="urn:microsoft.com/office/officeart/2018/2/layout/IconLabelList"/>
    <dgm:cxn modelId="{6D7DE802-D6B9-49AE-9B09-C594553FAAA3}" type="presParOf" srcId="{78758890-6E06-4A48-B665-882ABB140FB2}" destId="{A245A202-5B92-4B73-8EB1-5BEA0358D6F3}" srcOrd="0" destOrd="0" presId="urn:microsoft.com/office/officeart/2018/2/layout/IconLabelList"/>
    <dgm:cxn modelId="{897C861B-59A5-4137-8E0E-F7ABE731584B}" type="presParOf" srcId="{78758890-6E06-4A48-B665-882ABB140FB2}" destId="{F4E80D32-729E-4572-9C65-38722C0787DA}" srcOrd="1" destOrd="0" presId="urn:microsoft.com/office/officeart/2018/2/layout/IconLabelList"/>
    <dgm:cxn modelId="{6E7C906D-0A04-4EEE-89AA-942AE5FFEBDE}" type="presParOf" srcId="{78758890-6E06-4A48-B665-882ABB140FB2}" destId="{ADDC33AF-8E78-4E04-A41B-DD7AF2378E8A}" srcOrd="2" destOrd="0" presId="urn:microsoft.com/office/officeart/2018/2/layout/IconLabelList"/>
    <dgm:cxn modelId="{E26E8ADD-DB2B-4E5B-A3F9-C727B1B2EB58}" type="presParOf" srcId="{72E20CB0-4198-4360-A38E-35FE0FD02255}" destId="{A209E8BB-8568-48DE-8EAC-0D3606D23559}" srcOrd="1" destOrd="0" presId="urn:microsoft.com/office/officeart/2018/2/layout/IconLabelList"/>
    <dgm:cxn modelId="{4F2BBD77-1878-43DA-BB9D-974E8C48C8B5}" type="presParOf" srcId="{72E20CB0-4198-4360-A38E-35FE0FD02255}" destId="{E42B07E0-4A4D-48CB-91E0-F1A19F840A5C}" srcOrd="2" destOrd="0" presId="urn:microsoft.com/office/officeart/2018/2/layout/IconLabelList"/>
    <dgm:cxn modelId="{19D48982-CA13-4040-AD3B-CD1312CBDA21}" type="presParOf" srcId="{E42B07E0-4A4D-48CB-91E0-F1A19F840A5C}" destId="{C92BA961-4DCC-47D9-B9CB-C73FA2B874F9}" srcOrd="0" destOrd="0" presId="urn:microsoft.com/office/officeart/2018/2/layout/IconLabelList"/>
    <dgm:cxn modelId="{E4C2050F-6E8F-47B9-BEB9-FDB0D1BEFA4D}" type="presParOf" srcId="{E42B07E0-4A4D-48CB-91E0-F1A19F840A5C}" destId="{0A442686-084B-4228-B88D-DBCA773C5B34}" srcOrd="1" destOrd="0" presId="urn:microsoft.com/office/officeart/2018/2/layout/IconLabelList"/>
    <dgm:cxn modelId="{A52E73B8-7B3A-4854-9D09-9C99A5F7FF36}" type="presParOf" srcId="{E42B07E0-4A4D-48CB-91E0-F1A19F840A5C}" destId="{FE6CC73E-129A-4944-8F71-2A58852BA22B}" srcOrd="2" destOrd="0" presId="urn:microsoft.com/office/officeart/2018/2/layout/IconLabelList"/>
    <dgm:cxn modelId="{4FCDA69B-F55F-4FDE-BA4F-0EFA46C68E62}" type="presParOf" srcId="{72E20CB0-4198-4360-A38E-35FE0FD02255}" destId="{B1612757-89C7-4A40-9AF7-88F60CA19B2E}" srcOrd="3" destOrd="0" presId="urn:microsoft.com/office/officeart/2018/2/layout/IconLabelList"/>
    <dgm:cxn modelId="{17FB4CB2-A462-4DA7-AB02-C865634ED9E9}" type="presParOf" srcId="{72E20CB0-4198-4360-A38E-35FE0FD02255}" destId="{3A648F02-18EB-4298-A3B3-56C44C2CE9C1}" srcOrd="4" destOrd="0" presId="urn:microsoft.com/office/officeart/2018/2/layout/IconLabelList"/>
    <dgm:cxn modelId="{A5B26757-227D-43BA-B5E9-C9AFD81C1C40}" type="presParOf" srcId="{3A648F02-18EB-4298-A3B3-56C44C2CE9C1}" destId="{8FB5055D-B12D-4F10-9D31-E124C65BE131}" srcOrd="0" destOrd="0" presId="urn:microsoft.com/office/officeart/2018/2/layout/IconLabelList"/>
    <dgm:cxn modelId="{70D0D021-9FD0-4E26-8CD3-9AFF17CD0FD0}" type="presParOf" srcId="{3A648F02-18EB-4298-A3B3-56C44C2CE9C1}" destId="{B1C7ACE0-4F78-4EB1-B528-6E111992580C}" srcOrd="1" destOrd="0" presId="urn:microsoft.com/office/officeart/2018/2/layout/IconLabelList"/>
    <dgm:cxn modelId="{5E4A1138-2AA1-4206-8EF7-DD875063F338}" type="presParOf" srcId="{3A648F02-18EB-4298-A3B3-56C44C2CE9C1}" destId="{4B4E9AE4-8DA5-4131-B2C6-34509129BD2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40C4FD-6FBC-436D-96BC-E3580819766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7D6E52-C708-4555-B2E5-6EE6BCCE413B}">
      <dgm:prSet/>
      <dgm:spPr/>
      <dgm:t>
        <a:bodyPr/>
        <a:lstStyle/>
        <a:p>
          <a:r>
            <a:rPr lang="en-US"/>
            <a:t>Inconsistency reduces psychological safety.</a:t>
          </a:r>
        </a:p>
      </dgm:t>
    </dgm:pt>
    <dgm:pt modelId="{DE016CCA-8E50-4A25-A732-B69D9683DDD9}" type="parTrans" cxnId="{D4D1F88B-3A27-437E-B790-6A5961436DB3}">
      <dgm:prSet/>
      <dgm:spPr/>
      <dgm:t>
        <a:bodyPr/>
        <a:lstStyle/>
        <a:p>
          <a:endParaRPr lang="en-US"/>
        </a:p>
      </dgm:t>
    </dgm:pt>
    <dgm:pt modelId="{BC879BE3-1BBA-49DA-958D-33CDA8FB7633}" type="sibTrans" cxnId="{D4D1F88B-3A27-437E-B790-6A5961436DB3}">
      <dgm:prSet/>
      <dgm:spPr/>
      <dgm:t>
        <a:bodyPr/>
        <a:lstStyle/>
        <a:p>
          <a:endParaRPr lang="en-US"/>
        </a:p>
      </dgm:t>
    </dgm:pt>
    <dgm:pt modelId="{38AE9CC6-3CEE-4457-933F-A68C231B8F64}">
      <dgm:prSet/>
      <dgm:spPr/>
      <dgm:t>
        <a:bodyPr/>
        <a:lstStyle/>
        <a:p>
          <a:r>
            <a:rPr lang="en-US"/>
            <a:t>Lack of transparency deters reporting and creates distrust.</a:t>
          </a:r>
        </a:p>
      </dgm:t>
    </dgm:pt>
    <dgm:pt modelId="{43109E43-5975-447D-B14F-67ED0E7C1555}" type="parTrans" cxnId="{854A49CB-C0A7-44DD-8E6D-F30E55C44BF1}">
      <dgm:prSet/>
      <dgm:spPr/>
      <dgm:t>
        <a:bodyPr/>
        <a:lstStyle/>
        <a:p>
          <a:endParaRPr lang="en-US"/>
        </a:p>
      </dgm:t>
    </dgm:pt>
    <dgm:pt modelId="{83423539-7F57-4D62-87CF-80240F607839}" type="sibTrans" cxnId="{854A49CB-C0A7-44DD-8E6D-F30E55C44BF1}">
      <dgm:prSet/>
      <dgm:spPr/>
      <dgm:t>
        <a:bodyPr/>
        <a:lstStyle/>
        <a:p>
          <a:endParaRPr lang="en-US"/>
        </a:p>
      </dgm:t>
    </dgm:pt>
    <dgm:pt modelId="{9DC89A09-E0EA-40AD-976C-174585700720}">
      <dgm:prSet/>
      <dgm:spPr/>
      <dgm:t>
        <a:bodyPr/>
        <a:lstStyle/>
        <a:p>
          <a:r>
            <a:rPr lang="en-US"/>
            <a:t>Culture must evolve from shared beliefs, not be imposed.</a:t>
          </a:r>
        </a:p>
      </dgm:t>
    </dgm:pt>
    <dgm:pt modelId="{FA1AFBA1-C768-4BEA-A1B2-A4206368DD3D}" type="parTrans" cxnId="{A09ADD93-06BC-4A77-B7D6-30702FE374CD}">
      <dgm:prSet/>
      <dgm:spPr/>
      <dgm:t>
        <a:bodyPr/>
        <a:lstStyle/>
        <a:p>
          <a:endParaRPr lang="en-US"/>
        </a:p>
      </dgm:t>
    </dgm:pt>
    <dgm:pt modelId="{22F7A35F-1C11-46E3-860B-4FDF55E10F39}" type="sibTrans" cxnId="{A09ADD93-06BC-4A77-B7D6-30702FE374CD}">
      <dgm:prSet/>
      <dgm:spPr/>
      <dgm:t>
        <a:bodyPr/>
        <a:lstStyle/>
        <a:p>
          <a:endParaRPr lang="en-US"/>
        </a:p>
      </dgm:t>
    </dgm:pt>
    <dgm:pt modelId="{0CD77B84-E400-4AEC-970E-3FE2E2D20700}" type="pres">
      <dgm:prSet presAssocID="{FE40C4FD-6FBC-436D-96BC-E35808197668}" presName="root" presStyleCnt="0">
        <dgm:presLayoutVars>
          <dgm:dir/>
          <dgm:resizeHandles val="exact"/>
        </dgm:presLayoutVars>
      </dgm:prSet>
      <dgm:spPr/>
    </dgm:pt>
    <dgm:pt modelId="{9D261660-78C3-42A9-8B5A-E76736EC2AD4}" type="pres">
      <dgm:prSet presAssocID="{E27D6E52-C708-4555-B2E5-6EE6BCCE413B}" presName="compNode" presStyleCnt="0"/>
      <dgm:spPr/>
    </dgm:pt>
    <dgm:pt modelId="{25026A7A-912E-4255-8AFD-1638FA4F6860}" type="pres">
      <dgm:prSet presAssocID="{E27D6E52-C708-4555-B2E5-6EE6BCCE413B}" presName="bgRect" presStyleLbl="bgShp" presStyleIdx="0" presStyleCnt="3"/>
      <dgm:spPr/>
    </dgm:pt>
    <dgm:pt modelId="{15664DE9-83B2-410A-AA40-F6F938954572}" type="pres">
      <dgm:prSet presAssocID="{E27D6E52-C708-4555-B2E5-6EE6BCCE41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4290D99B-B258-44C1-9480-7A2E2CBC71B0}" type="pres">
      <dgm:prSet presAssocID="{E27D6E52-C708-4555-B2E5-6EE6BCCE413B}" presName="spaceRect" presStyleCnt="0"/>
      <dgm:spPr/>
    </dgm:pt>
    <dgm:pt modelId="{D825C7B7-D6F2-405A-BF11-855B377740EA}" type="pres">
      <dgm:prSet presAssocID="{E27D6E52-C708-4555-B2E5-6EE6BCCE413B}" presName="parTx" presStyleLbl="revTx" presStyleIdx="0" presStyleCnt="3">
        <dgm:presLayoutVars>
          <dgm:chMax val="0"/>
          <dgm:chPref val="0"/>
        </dgm:presLayoutVars>
      </dgm:prSet>
      <dgm:spPr/>
    </dgm:pt>
    <dgm:pt modelId="{9A90D05D-F137-423E-BF12-15F5D0EC640E}" type="pres">
      <dgm:prSet presAssocID="{BC879BE3-1BBA-49DA-958D-33CDA8FB7633}" presName="sibTrans" presStyleCnt="0"/>
      <dgm:spPr/>
    </dgm:pt>
    <dgm:pt modelId="{5E9F0EEF-888F-43BE-BF29-F08C2303C834}" type="pres">
      <dgm:prSet presAssocID="{38AE9CC6-3CEE-4457-933F-A68C231B8F64}" presName="compNode" presStyleCnt="0"/>
      <dgm:spPr/>
    </dgm:pt>
    <dgm:pt modelId="{E764E58E-E824-4D31-911F-236893C8ED30}" type="pres">
      <dgm:prSet presAssocID="{38AE9CC6-3CEE-4457-933F-A68C231B8F64}" presName="bgRect" presStyleLbl="bgShp" presStyleIdx="1" presStyleCnt="3"/>
      <dgm:spPr/>
    </dgm:pt>
    <dgm:pt modelId="{771528F3-7476-4961-BFC8-4DA7ECE2E3C2}" type="pres">
      <dgm:prSet presAssocID="{38AE9CC6-3CEE-4457-933F-A68C231B8F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0A90598-24D4-4E1C-B1A6-C91B8CAFB333}" type="pres">
      <dgm:prSet presAssocID="{38AE9CC6-3CEE-4457-933F-A68C231B8F64}" presName="spaceRect" presStyleCnt="0"/>
      <dgm:spPr/>
    </dgm:pt>
    <dgm:pt modelId="{CA790DC8-07EB-46EF-9EE3-30FA4BFAD591}" type="pres">
      <dgm:prSet presAssocID="{38AE9CC6-3CEE-4457-933F-A68C231B8F64}" presName="parTx" presStyleLbl="revTx" presStyleIdx="1" presStyleCnt="3">
        <dgm:presLayoutVars>
          <dgm:chMax val="0"/>
          <dgm:chPref val="0"/>
        </dgm:presLayoutVars>
      </dgm:prSet>
      <dgm:spPr/>
    </dgm:pt>
    <dgm:pt modelId="{C0F3F9AE-8E5F-476C-AB7A-0E712CD061B9}" type="pres">
      <dgm:prSet presAssocID="{83423539-7F57-4D62-87CF-80240F607839}" presName="sibTrans" presStyleCnt="0"/>
      <dgm:spPr/>
    </dgm:pt>
    <dgm:pt modelId="{435EDB97-DC99-4C88-A5FB-40629C0CDD77}" type="pres">
      <dgm:prSet presAssocID="{9DC89A09-E0EA-40AD-976C-174585700720}" presName="compNode" presStyleCnt="0"/>
      <dgm:spPr/>
    </dgm:pt>
    <dgm:pt modelId="{0956258E-976A-4F1B-A014-DE928026F16D}" type="pres">
      <dgm:prSet presAssocID="{9DC89A09-E0EA-40AD-976C-174585700720}" presName="bgRect" presStyleLbl="bgShp" presStyleIdx="2" presStyleCnt="3"/>
      <dgm:spPr/>
    </dgm:pt>
    <dgm:pt modelId="{071E16A4-1BDC-492C-8174-48E1969C83F0}" type="pres">
      <dgm:prSet presAssocID="{9DC89A09-E0EA-40AD-976C-1745857007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FD0AFDFB-53EA-4174-A7CD-62EE613B335D}" type="pres">
      <dgm:prSet presAssocID="{9DC89A09-E0EA-40AD-976C-174585700720}" presName="spaceRect" presStyleCnt="0"/>
      <dgm:spPr/>
    </dgm:pt>
    <dgm:pt modelId="{05198B82-94C5-4482-91B7-1697F35E7DC6}" type="pres">
      <dgm:prSet presAssocID="{9DC89A09-E0EA-40AD-976C-1745857007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004E517-6D49-4798-BB6E-3832940B1F3E}" type="presOf" srcId="{FE40C4FD-6FBC-436D-96BC-E35808197668}" destId="{0CD77B84-E400-4AEC-970E-3FE2E2D20700}" srcOrd="0" destOrd="0" presId="urn:microsoft.com/office/officeart/2018/2/layout/IconVerticalSolidList"/>
    <dgm:cxn modelId="{F4804754-B467-4861-9816-C73B747305FD}" type="presOf" srcId="{9DC89A09-E0EA-40AD-976C-174585700720}" destId="{05198B82-94C5-4482-91B7-1697F35E7DC6}" srcOrd="0" destOrd="0" presId="urn:microsoft.com/office/officeart/2018/2/layout/IconVerticalSolidList"/>
    <dgm:cxn modelId="{EAC2A982-C450-43E8-B5FC-450F1AF78FC9}" type="presOf" srcId="{38AE9CC6-3CEE-4457-933F-A68C231B8F64}" destId="{CA790DC8-07EB-46EF-9EE3-30FA4BFAD591}" srcOrd="0" destOrd="0" presId="urn:microsoft.com/office/officeart/2018/2/layout/IconVerticalSolidList"/>
    <dgm:cxn modelId="{D4D1F88B-3A27-437E-B790-6A5961436DB3}" srcId="{FE40C4FD-6FBC-436D-96BC-E35808197668}" destId="{E27D6E52-C708-4555-B2E5-6EE6BCCE413B}" srcOrd="0" destOrd="0" parTransId="{DE016CCA-8E50-4A25-A732-B69D9683DDD9}" sibTransId="{BC879BE3-1BBA-49DA-958D-33CDA8FB7633}"/>
    <dgm:cxn modelId="{A09ADD93-06BC-4A77-B7D6-30702FE374CD}" srcId="{FE40C4FD-6FBC-436D-96BC-E35808197668}" destId="{9DC89A09-E0EA-40AD-976C-174585700720}" srcOrd="2" destOrd="0" parTransId="{FA1AFBA1-C768-4BEA-A1B2-A4206368DD3D}" sibTransId="{22F7A35F-1C11-46E3-860B-4FDF55E10F39}"/>
    <dgm:cxn modelId="{5EE3F2AA-5B62-4E3C-99C6-0638B40612B2}" type="presOf" srcId="{E27D6E52-C708-4555-B2E5-6EE6BCCE413B}" destId="{D825C7B7-D6F2-405A-BF11-855B377740EA}" srcOrd="0" destOrd="0" presId="urn:microsoft.com/office/officeart/2018/2/layout/IconVerticalSolidList"/>
    <dgm:cxn modelId="{854A49CB-C0A7-44DD-8E6D-F30E55C44BF1}" srcId="{FE40C4FD-6FBC-436D-96BC-E35808197668}" destId="{38AE9CC6-3CEE-4457-933F-A68C231B8F64}" srcOrd="1" destOrd="0" parTransId="{43109E43-5975-447D-B14F-67ED0E7C1555}" sibTransId="{83423539-7F57-4D62-87CF-80240F607839}"/>
    <dgm:cxn modelId="{5ECD915F-37C5-4109-9DD2-4C17969A51DB}" type="presParOf" srcId="{0CD77B84-E400-4AEC-970E-3FE2E2D20700}" destId="{9D261660-78C3-42A9-8B5A-E76736EC2AD4}" srcOrd="0" destOrd="0" presId="urn:microsoft.com/office/officeart/2018/2/layout/IconVerticalSolidList"/>
    <dgm:cxn modelId="{6DC7CCB9-02DC-493C-8067-4543E7C01696}" type="presParOf" srcId="{9D261660-78C3-42A9-8B5A-E76736EC2AD4}" destId="{25026A7A-912E-4255-8AFD-1638FA4F6860}" srcOrd="0" destOrd="0" presId="urn:microsoft.com/office/officeart/2018/2/layout/IconVerticalSolidList"/>
    <dgm:cxn modelId="{9E9C796A-E8D9-43B4-A548-036636E617B1}" type="presParOf" srcId="{9D261660-78C3-42A9-8B5A-E76736EC2AD4}" destId="{15664DE9-83B2-410A-AA40-F6F938954572}" srcOrd="1" destOrd="0" presId="urn:microsoft.com/office/officeart/2018/2/layout/IconVerticalSolidList"/>
    <dgm:cxn modelId="{34178BB1-F7C5-4F93-80BF-52C1C07E168D}" type="presParOf" srcId="{9D261660-78C3-42A9-8B5A-E76736EC2AD4}" destId="{4290D99B-B258-44C1-9480-7A2E2CBC71B0}" srcOrd="2" destOrd="0" presId="urn:microsoft.com/office/officeart/2018/2/layout/IconVerticalSolidList"/>
    <dgm:cxn modelId="{3510EFD4-6759-4428-A549-989AC7E7A4DE}" type="presParOf" srcId="{9D261660-78C3-42A9-8B5A-E76736EC2AD4}" destId="{D825C7B7-D6F2-405A-BF11-855B377740EA}" srcOrd="3" destOrd="0" presId="urn:microsoft.com/office/officeart/2018/2/layout/IconVerticalSolidList"/>
    <dgm:cxn modelId="{4825F60F-874E-443A-A685-2FC7F9691835}" type="presParOf" srcId="{0CD77B84-E400-4AEC-970E-3FE2E2D20700}" destId="{9A90D05D-F137-423E-BF12-15F5D0EC640E}" srcOrd="1" destOrd="0" presId="urn:microsoft.com/office/officeart/2018/2/layout/IconVerticalSolidList"/>
    <dgm:cxn modelId="{080C4C4C-B527-48D6-AD9C-AC3843D802A6}" type="presParOf" srcId="{0CD77B84-E400-4AEC-970E-3FE2E2D20700}" destId="{5E9F0EEF-888F-43BE-BF29-F08C2303C834}" srcOrd="2" destOrd="0" presId="urn:microsoft.com/office/officeart/2018/2/layout/IconVerticalSolidList"/>
    <dgm:cxn modelId="{4B6F8588-0E36-4721-B2B5-94DA55C0C7FB}" type="presParOf" srcId="{5E9F0EEF-888F-43BE-BF29-F08C2303C834}" destId="{E764E58E-E824-4D31-911F-236893C8ED30}" srcOrd="0" destOrd="0" presId="urn:microsoft.com/office/officeart/2018/2/layout/IconVerticalSolidList"/>
    <dgm:cxn modelId="{FAAE280A-F85C-4808-B236-A5573AA55035}" type="presParOf" srcId="{5E9F0EEF-888F-43BE-BF29-F08C2303C834}" destId="{771528F3-7476-4961-BFC8-4DA7ECE2E3C2}" srcOrd="1" destOrd="0" presId="urn:microsoft.com/office/officeart/2018/2/layout/IconVerticalSolidList"/>
    <dgm:cxn modelId="{479C8E5F-26B1-4A95-9288-47EB9CFDBD40}" type="presParOf" srcId="{5E9F0EEF-888F-43BE-BF29-F08C2303C834}" destId="{E0A90598-24D4-4E1C-B1A6-C91B8CAFB333}" srcOrd="2" destOrd="0" presId="urn:microsoft.com/office/officeart/2018/2/layout/IconVerticalSolidList"/>
    <dgm:cxn modelId="{55B4225D-68D4-4486-BADA-C10834BBDABE}" type="presParOf" srcId="{5E9F0EEF-888F-43BE-BF29-F08C2303C834}" destId="{CA790DC8-07EB-46EF-9EE3-30FA4BFAD591}" srcOrd="3" destOrd="0" presId="urn:microsoft.com/office/officeart/2018/2/layout/IconVerticalSolidList"/>
    <dgm:cxn modelId="{75CD0CE4-93BF-4BD8-97F1-84813113C8E0}" type="presParOf" srcId="{0CD77B84-E400-4AEC-970E-3FE2E2D20700}" destId="{C0F3F9AE-8E5F-476C-AB7A-0E712CD061B9}" srcOrd="3" destOrd="0" presId="urn:microsoft.com/office/officeart/2018/2/layout/IconVerticalSolidList"/>
    <dgm:cxn modelId="{4A905BC8-5345-49AF-BAA8-D1A0C39D7C8E}" type="presParOf" srcId="{0CD77B84-E400-4AEC-970E-3FE2E2D20700}" destId="{435EDB97-DC99-4C88-A5FB-40629C0CDD77}" srcOrd="4" destOrd="0" presId="urn:microsoft.com/office/officeart/2018/2/layout/IconVerticalSolidList"/>
    <dgm:cxn modelId="{F0AEEDC8-07E2-4F3B-AEA1-E5166E65E8D3}" type="presParOf" srcId="{435EDB97-DC99-4C88-A5FB-40629C0CDD77}" destId="{0956258E-976A-4F1B-A014-DE928026F16D}" srcOrd="0" destOrd="0" presId="urn:microsoft.com/office/officeart/2018/2/layout/IconVerticalSolidList"/>
    <dgm:cxn modelId="{391D278D-56AA-42C4-A865-242296D812B7}" type="presParOf" srcId="{435EDB97-DC99-4C88-A5FB-40629C0CDD77}" destId="{071E16A4-1BDC-492C-8174-48E1969C83F0}" srcOrd="1" destOrd="0" presId="urn:microsoft.com/office/officeart/2018/2/layout/IconVerticalSolidList"/>
    <dgm:cxn modelId="{DD43BDBD-DD14-42DA-8964-3F73919C0395}" type="presParOf" srcId="{435EDB97-DC99-4C88-A5FB-40629C0CDD77}" destId="{FD0AFDFB-53EA-4174-A7CD-62EE613B335D}" srcOrd="2" destOrd="0" presId="urn:microsoft.com/office/officeart/2018/2/layout/IconVerticalSolidList"/>
    <dgm:cxn modelId="{10B19D0D-1B89-4927-8109-2EAD64C84D03}" type="presParOf" srcId="{435EDB97-DC99-4C88-A5FB-40629C0CDD77}" destId="{05198B82-94C5-4482-91B7-1697F35E7D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7D7A67-51A1-42F7-A54B-35DF78806C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EBBD8F-D43E-488B-9C6B-0E15F3B11B7C}">
      <dgm:prSet/>
      <dgm:spPr/>
      <dgm:t>
        <a:bodyPr/>
        <a:lstStyle/>
        <a:p>
          <a:r>
            <a:rPr lang="en-US"/>
            <a:t>Train leadership and staff on just culture principles</a:t>
          </a:r>
        </a:p>
      </dgm:t>
    </dgm:pt>
    <dgm:pt modelId="{0EF8AE9D-EA17-4A0D-B4CE-15F18032EA5D}" type="parTrans" cxnId="{7AF281C2-EB78-4441-B385-A61D3C901AAD}">
      <dgm:prSet/>
      <dgm:spPr/>
      <dgm:t>
        <a:bodyPr/>
        <a:lstStyle/>
        <a:p>
          <a:endParaRPr lang="en-US"/>
        </a:p>
      </dgm:t>
    </dgm:pt>
    <dgm:pt modelId="{C53D18EC-6DE6-4252-AB32-DEB40E0A13DF}" type="sibTrans" cxnId="{7AF281C2-EB78-4441-B385-A61D3C901AAD}">
      <dgm:prSet/>
      <dgm:spPr/>
      <dgm:t>
        <a:bodyPr/>
        <a:lstStyle/>
        <a:p>
          <a:endParaRPr lang="en-US"/>
        </a:p>
      </dgm:t>
    </dgm:pt>
    <dgm:pt modelId="{574A533F-5CF3-4B9E-9540-E4098684B372}">
      <dgm:prSet/>
      <dgm:spPr/>
      <dgm:t>
        <a:bodyPr/>
        <a:lstStyle/>
        <a:p>
          <a:r>
            <a:rPr lang="en-US"/>
            <a:t>Use anonymous reporting systems</a:t>
          </a:r>
        </a:p>
      </dgm:t>
    </dgm:pt>
    <dgm:pt modelId="{386D220A-0012-456C-B6A6-415AE4051BDC}" type="parTrans" cxnId="{451590BA-4FAD-4401-9D80-15A46BBCF5DF}">
      <dgm:prSet/>
      <dgm:spPr/>
      <dgm:t>
        <a:bodyPr/>
        <a:lstStyle/>
        <a:p>
          <a:endParaRPr lang="en-US"/>
        </a:p>
      </dgm:t>
    </dgm:pt>
    <dgm:pt modelId="{8AD1EE75-7297-460F-85F7-E037AF8140E9}" type="sibTrans" cxnId="{451590BA-4FAD-4401-9D80-15A46BBCF5DF}">
      <dgm:prSet/>
      <dgm:spPr/>
      <dgm:t>
        <a:bodyPr/>
        <a:lstStyle/>
        <a:p>
          <a:endParaRPr lang="en-US"/>
        </a:p>
      </dgm:t>
    </dgm:pt>
    <dgm:pt modelId="{5D4D2E8D-0F79-4C4B-BD69-03DA7332EBAE}">
      <dgm:prSet/>
      <dgm:spPr/>
      <dgm:t>
        <a:bodyPr/>
        <a:lstStyle/>
        <a:p>
          <a:r>
            <a:rPr lang="en-US"/>
            <a:t>Encourage psychological safety in teams</a:t>
          </a:r>
        </a:p>
      </dgm:t>
    </dgm:pt>
    <dgm:pt modelId="{6D1635D2-4D16-4555-90CD-1AC3DC502B37}" type="parTrans" cxnId="{51358596-4C6C-49A5-A136-2DBE76B8676E}">
      <dgm:prSet/>
      <dgm:spPr/>
      <dgm:t>
        <a:bodyPr/>
        <a:lstStyle/>
        <a:p>
          <a:endParaRPr lang="en-US"/>
        </a:p>
      </dgm:t>
    </dgm:pt>
    <dgm:pt modelId="{4A282EF4-EB1E-42DF-943D-1BF8A4D371FC}" type="sibTrans" cxnId="{51358596-4C6C-49A5-A136-2DBE76B8676E}">
      <dgm:prSet/>
      <dgm:spPr/>
      <dgm:t>
        <a:bodyPr/>
        <a:lstStyle/>
        <a:p>
          <a:endParaRPr lang="en-US"/>
        </a:p>
      </dgm:t>
    </dgm:pt>
    <dgm:pt modelId="{794724CA-EF6E-4CEF-B3D3-55FDB9CFCE38}">
      <dgm:prSet/>
      <dgm:spPr/>
      <dgm:t>
        <a:bodyPr/>
        <a:lstStyle/>
        <a:p>
          <a:r>
            <a:rPr lang="en-US"/>
            <a:t>Share positive examples of learning from mistakes</a:t>
          </a:r>
        </a:p>
      </dgm:t>
    </dgm:pt>
    <dgm:pt modelId="{30EAB04C-B742-4D48-80EA-457770F27E6A}" type="parTrans" cxnId="{F41D78ED-D00C-4064-9E6D-E5EF040A1085}">
      <dgm:prSet/>
      <dgm:spPr/>
      <dgm:t>
        <a:bodyPr/>
        <a:lstStyle/>
        <a:p>
          <a:endParaRPr lang="en-US"/>
        </a:p>
      </dgm:t>
    </dgm:pt>
    <dgm:pt modelId="{5099B541-858F-4FBA-9AB7-6BFF157CFDEE}" type="sibTrans" cxnId="{F41D78ED-D00C-4064-9E6D-E5EF040A1085}">
      <dgm:prSet/>
      <dgm:spPr/>
      <dgm:t>
        <a:bodyPr/>
        <a:lstStyle/>
        <a:p>
          <a:endParaRPr lang="en-US"/>
        </a:p>
      </dgm:t>
    </dgm:pt>
    <dgm:pt modelId="{B67C1142-BFAC-4398-9A0B-8DEBEBE68C27}" type="pres">
      <dgm:prSet presAssocID="{C27D7A67-51A1-42F7-A54B-35DF78806C49}" presName="root" presStyleCnt="0">
        <dgm:presLayoutVars>
          <dgm:dir/>
          <dgm:resizeHandles val="exact"/>
        </dgm:presLayoutVars>
      </dgm:prSet>
      <dgm:spPr/>
    </dgm:pt>
    <dgm:pt modelId="{EC5C78FC-9192-4A97-9B97-BEAC090BB0E4}" type="pres">
      <dgm:prSet presAssocID="{4CEBBD8F-D43E-488B-9C6B-0E15F3B11B7C}" presName="compNode" presStyleCnt="0"/>
      <dgm:spPr/>
    </dgm:pt>
    <dgm:pt modelId="{FDF62A2F-82BF-4029-BFC8-989E1907A2D0}" type="pres">
      <dgm:prSet presAssocID="{4CEBBD8F-D43E-488B-9C6B-0E15F3B11B7C}" presName="bgRect" presStyleLbl="bgShp" presStyleIdx="0" presStyleCnt="4"/>
      <dgm:spPr/>
    </dgm:pt>
    <dgm:pt modelId="{F01B6DE8-69F4-493D-903F-F4E64E165559}" type="pres">
      <dgm:prSet presAssocID="{4CEBBD8F-D43E-488B-9C6B-0E15F3B11B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58E6AFDF-6964-492E-84DF-DAE2F86EDC86}" type="pres">
      <dgm:prSet presAssocID="{4CEBBD8F-D43E-488B-9C6B-0E15F3B11B7C}" presName="spaceRect" presStyleCnt="0"/>
      <dgm:spPr/>
    </dgm:pt>
    <dgm:pt modelId="{AC411868-097F-4B6C-8384-43E70ACD79FB}" type="pres">
      <dgm:prSet presAssocID="{4CEBBD8F-D43E-488B-9C6B-0E15F3B11B7C}" presName="parTx" presStyleLbl="revTx" presStyleIdx="0" presStyleCnt="4">
        <dgm:presLayoutVars>
          <dgm:chMax val="0"/>
          <dgm:chPref val="0"/>
        </dgm:presLayoutVars>
      </dgm:prSet>
      <dgm:spPr/>
    </dgm:pt>
    <dgm:pt modelId="{F624F880-B35D-4F69-B442-00B33B0B5A7B}" type="pres">
      <dgm:prSet presAssocID="{C53D18EC-6DE6-4252-AB32-DEB40E0A13DF}" presName="sibTrans" presStyleCnt="0"/>
      <dgm:spPr/>
    </dgm:pt>
    <dgm:pt modelId="{51AF8DE5-8BFC-4926-BB5B-EBB1FF35D6CF}" type="pres">
      <dgm:prSet presAssocID="{574A533F-5CF3-4B9E-9540-E4098684B372}" presName="compNode" presStyleCnt="0"/>
      <dgm:spPr/>
    </dgm:pt>
    <dgm:pt modelId="{62354B57-D6D9-462D-96A5-1A48CC8E610C}" type="pres">
      <dgm:prSet presAssocID="{574A533F-5CF3-4B9E-9540-E4098684B372}" presName="bgRect" presStyleLbl="bgShp" presStyleIdx="1" presStyleCnt="4"/>
      <dgm:spPr/>
    </dgm:pt>
    <dgm:pt modelId="{B5D845A2-616E-41E6-B607-401A6A0AC53F}" type="pres">
      <dgm:prSet presAssocID="{574A533F-5CF3-4B9E-9540-E4098684B37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4B00ACD-5DE2-49DD-A86A-7E9DA4F4F902}" type="pres">
      <dgm:prSet presAssocID="{574A533F-5CF3-4B9E-9540-E4098684B372}" presName="spaceRect" presStyleCnt="0"/>
      <dgm:spPr/>
    </dgm:pt>
    <dgm:pt modelId="{F39C05C3-FB4F-4E21-82D4-6964DDF6BB95}" type="pres">
      <dgm:prSet presAssocID="{574A533F-5CF3-4B9E-9540-E4098684B372}" presName="parTx" presStyleLbl="revTx" presStyleIdx="1" presStyleCnt="4">
        <dgm:presLayoutVars>
          <dgm:chMax val="0"/>
          <dgm:chPref val="0"/>
        </dgm:presLayoutVars>
      </dgm:prSet>
      <dgm:spPr/>
    </dgm:pt>
    <dgm:pt modelId="{9FB8E41A-4EBB-4A6D-9A1F-C4E89F582C06}" type="pres">
      <dgm:prSet presAssocID="{8AD1EE75-7297-460F-85F7-E037AF8140E9}" presName="sibTrans" presStyleCnt="0"/>
      <dgm:spPr/>
    </dgm:pt>
    <dgm:pt modelId="{F10F0973-6196-4B96-9346-65AA82047A37}" type="pres">
      <dgm:prSet presAssocID="{5D4D2E8D-0F79-4C4B-BD69-03DA7332EBAE}" presName="compNode" presStyleCnt="0"/>
      <dgm:spPr/>
    </dgm:pt>
    <dgm:pt modelId="{EEEFC560-6D34-4FCC-82C5-5A5FB0E809F4}" type="pres">
      <dgm:prSet presAssocID="{5D4D2E8D-0F79-4C4B-BD69-03DA7332EBAE}" presName="bgRect" presStyleLbl="bgShp" presStyleIdx="2" presStyleCnt="4"/>
      <dgm:spPr/>
    </dgm:pt>
    <dgm:pt modelId="{18A9213A-2AB2-42D5-BD62-640F1617CD74}" type="pres">
      <dgm:prSet presAssocID="{5D4D2E8D-0F79-4C4B-BD69-03DA7332EB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80756D34-B22F-4515-85EC-F6B46754224A}" type="pres">
      <dgm:prSet presAssocID="{5D4D2E8D-0F79-4C4B-BD69-03DA7332EBAE}" presName="spaceRect" presStyleCnt="0"/>
      <dgm:spPr/>
    </dgm:pt>
    <dgm:pt modelId="{0CDA7B5C-5D70-42BE-8429-2ECE580FE7DB}" type="pres">
      <dgm:prSet presAssocID="{5D4D2E8D-0F79-4C4B-BD69-03DA7332EBAE}" presName="parTx" presStyleLbl="revTx" presStyleIdx="2" presStyleCnt="4">
        <dgm:presLayoutVars>
          <dgm:chMax val="0"/>
          <dgm:chPref val="0"/>
        </dgm:presLayoutVars>
      </dgm:prSet>
      <dgm:spPr/>
    </dgm:pt>
    <dgm:pt modelId="{06F5857A-32FC-48F8-8BBD-50FAD3FDDC44}" type="pres">
      <dgm:prSet presAssocID="{4A282EF4-EB1E-42DF-943D-1BF8A4D371FC}" presName="sibTrans" presStyleCnt="0"/>
      <dgm:spPr/>
    </dgm:pt>
    <dgm:pt modelId="{4AECC4C1-F981-45E8-A51A-9F827BE31A64}" type="pres">
      <dgm:prSet presAssocID="{794724CA-EF6E-4CEF-B3D3-55FDB9CFCE38}" presName="compNode" presStyleCnt="0"/>
      <dgm:spPr/>
    </dgm:pt>
    <dgm:pt modelId="{216FB327-9544-4B68-B2C1-587850EAC52E}" type="pres">
      <dgm:prSet presAssocID="{794724CA-EF6E-4CEF-B3D3-55FDB9CFCE38}" presName="bgRect" presStyleLbl="bgShp" presStyleIdx="3" presStyleCnt="4"/>
      <dgm:spPr/>
    </dgm:pt>
    <dgm:pt modelId="{9649ABEC-F559-4891-AA4B-D45BF6975BC0}" type="pres">
      <dgm:prSet presAssocID="{794724CA-EF6E-4CEF-B3D3-55FDB9CFCE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F7FEDBF6-6646-4457-A41E-EE9028FC0E0C}" type="pres">
      <dgm:prSet presAssocID="{794724CA-EF6E-4CEF-B3D3-55FDB9CFCE38}" presName="spaceRect" presStyleCnt="0"/>
      <dgm:spPr/>
    </dgm:pt>
    <dgm:pt modelId="{E25ACD05-9E98-492A-B4FE-E985C4AED1A2}" type="pres">
      <dgm:prSet presAssocID="{794724CA-EF6E-4CEF-B3D3-55FDB9CFCE3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F0A523-32A7-499C-A35D-AD7FB95CA8D2}" type="presOf" srcId="{C27D7A67-51A1-42F7-A54B-35DF78806C49}" destId="{B67C1142-BFAC-4398-9A0B-8DEBEBE68C27}" srcOrd="0" destOrd="0" presId="urn:microsoft.com/office/officeart/2018/2/layout/IconVerticalSolidList"/>
    <dgm:cxn modelId="{70EC5D61-05FA-48FD-A84F-A1D7326E76FF}" type="presOf" srcId="{794724CA-EF6E-4CEF-B3D3-55FDB9CFCE38}" destId="{E25ACD05-9E98-492A-B4FE-E985C4AED1A2}" srcOrd="0" destOrd="0" presId="urn:microsoft.com/office/officeart/2018/2/layout/IconVerticalSolidList"/>
    <dgm:cxn modelId="{79857F96-6B21-43A1-BF17-14AA604EF0B7}" type="presOf" srcId="{5D4D2E8D-0F79-4C4B-BD69-03DA7332EBAE}" destId="{0CDA7B5C-5D70-42BE-8429-2ECE580FE7DB}" srcOrd="0" destOrd="0" presId="urn:microsoft.com/office/officeart/2018/2/layout/IconVerticalSolidList"/>
    <dgm:cxn modelId="{51358596-4C6C-49A5-A136-2DBE76B8676E}" srcId="{C27D7A67-51A1-42F7-A54B-35DF78806C49}" destId="{5D4D2E8D-0F79-4C4B-BD69-03DA7332EBAE}" srcOrd="2" destOrd="0" parTransId="{6D1635D2-4D16-4555-90CD-1AC3DC502B37}" sibTransId="{4A282EF4-EB1E-42DF-943D-1BF8A4D371FC}"/>
    <dgm:cxn modelId="{451590BA-4FAD-4401-9D80-15A46BBCF5DF}" srcId="{C27D7A67-51A1-42F7-A54B-35DF78806C49}" destId="{574A533F-5CF3-4B9E-9540-E4098684B372}" srcOrd="1" destOrd="0" parTransId="{386D220A-0012-456C-B6A6-415AE4051BDC}" sibTransId="{8AD1EE75-7297-460F-85F7-E037AF8140E9}"/>
    <dgm:cxn modelId="{7AF281C2-EB78-4441-B385-A61D3C901AAD}" srcId="{C27D7A67-51A1-42F7-A54B-35DF78806C49}" destId="{4CEBBD8F-D43E-488B-9C6B-0E15F3B11B7C}" srcOrd="0" destOrd="0" parTransId="{0EF8AE9D-EA17-4A0D-B4CE-15F18032EA5D}" sibTransId="{C53D18EC-6DE6-4252-AB32-DEB40E0A13DF}"/>
    <dgm:cxn modelId="{864C5FD4-F748-4CEC-A2A6-E73F676FA7F5}" type="presOf" srcId="{574A533F-5CF3-4B9E-9540-E4098684B372}" destId="{F39C05C3-FB4F-4E21-82D4-6964DDF6BB95}" srcOrd="0" destOrd="0" presId="urn:microsoft.com/office/officeart/2018/2/layout/IconVerticalSolidList"/>
    <dgm:cxn modelId="{F41D78ED-D00C-4064-9E6D-E5EF040A1085}" srcId="{C27D7A67-51A1-42F7-A54B-35DF78806C49}" destId="{794724CA-EF6E-4CEF-B3D3-55FDB9CFCE38}" srcOrd="3" destOrd="0" parTransId="{30EAB04C-B742-4D48-80EA-457770F27E6A}" sibTransId="{5099B541-858F-4FBA-9AB7-6BFF157CFDEE}"/>
    <dgm:cxn modelId="{BFB5DDF5-FE49-44BE-9F05-DC7A1698FB15}" type="presOf" srcId="{4CEBBD8F-D43E-488B-9C6B-0E15F3B11B7C}" destId="{AC411868-097F-4B6C-8384-43E70ACD79FB}" srcOrd="0" destOrd="0" presId="urn:microsoft.com/office/officeart/2018/2/layout/IconVerticalSolidList"/>
    <dgm:cxn modelId="{69A762CA-F9CE-4CCE-A93D-5E0B99990723}" type="presParOf" srcId="{B67C1142-BFAC-4398-9A0B-8DEBEBE68C27}" destId="{EC5C78FC-9192-4A97-9B97-BEAC090BB0E4}" srcOrd="0" destOrd="0" presId="urn:microsoft.com/office/officeart/2018/2/layout/IconVerticalSolidList"/>
    <dgm:cxn modelId="{235D2521-4071-439F-861D-AFE6CDF8DA36}" type="presParOf" srcId="{EC5C78FC-9192-4A97-9B97-BEAC090BB0E4}" destId="{FDF62A2F-82BF-4029-BFC8-989E1907A2D0}" srcOrd="0" destOrd="0" presId="urn:microsoft.com/office/officeart/2018/2/layout/IconVerticalSolidList"/>
    <dgm:cxn modelId="{77580DAD-1DE2-4CE4-99B9-CB5CE9E08D2C}" type="presParOf" srcId="{EC5C78FC-9192-4A97-9B97-BEAC090BB0E4}" destId="{F01B6DE8-69F4-493D-903F-F4E64E165559}" srcOrd="1" destOrd="0" presId="urn:microsoft.com/office/officeart/2018/2/layout/IconVerticalSolidList"/>
    <dgm:cxn modelId="{8DD246A6-027E-44E3-AB0A-5FE25A077868}" type="presParOf" srcId="{EC5C78FC-9192-4A97-9B97-BEAC090BB0E4}" destId="{58E6AFDF-6964-492E-84DF-DAE2F86EDC86}" srcOrd="2" destOrd="0" presId="urn:microsoft.com/office/officeart/2018/2/layout/IconVerticalSolidList"/>
    <dgm:cxn modelId="{55F6BC8E-D172-4648-99BE-E3899A5A14A0}" type="presParOf" srcId="{EC5C78FC-9192-4A97-9B97-BEAC090BB0E4}" destId="{AC411868-097F-4B6C-8384-43E70ACD79FB}" srcOrd="3" destOrd="0" presId="urn:microsoft.com/office/officeart/2018/2/layout/IconVerticalSolidList"/>
    <dgm:cxn modelId="{386B2FAD-5C8D-43C9-A182-6F60DEB5D8B9}" type="presParOf" srcId="{B67C1142-BFAC-4398-9A0B-8DEBEBE68C27}" destId="{F624F880-B35D-4F69-B442-00B33B0B5A7B}" srcOrd="1" destOrd="0" presId="urn:microsoft.com/office/officeart/2018/2/layout/IconVerticalSolidList"/>
    <dgm:cxn modelId="{E85DA2A6-184B-4B5C-B72F-604A08DF23E6}" type="presParOf" srcId="{B67C1142-BFAC-4398-9A0B-8DEBEBE68C27}" destId="{51AF8DE5-8BFC-4926-BB5B-EBB1FF35D6CF}" srcOrd="2" destOrd="0" presId="urn:microsoft.com/office/officeart/2018/2/layout/IconVerticalSolidList"/>
    <dgm:cxn modelId="{A2C6969A-DECE-4649-877A-4E75E85C9DAC}" type="presParOf" srcId="{51AF8DE5-8BFC-4926-BB5B-EBB1FF35D6CF}" destId="{62354B57-D6D9-462D-96A5-1A48CC8E610C}" srcOrd="0" destOrd="0" presId="urn:microsoft.com/office/officeart/2018/2/layout/IconVerticalSolidList"/>
    <dgm:cxn modelId="{70F4D1DE-1C3D-4DFC-A909-AF52F1E0595B}" type="presParOf" srcId="{51AF8DE5-8BFC-4926-BB5B-EBB1FF35D6CF}" destId="{B5D845A2-616E-41E6-B607-401A6A0AC53F}" srcOrd="1" destOrd="0" presId="urn:microsoft.com/office/officeart/2018/2/layout/IconVerticalSolidList"/>
    <dgm:cxn modelId="{245E6ED9-533A-4653-AD9E-8058727C3DA8}" type="presParOf" srcId="{51AF8DE5-8BFC-4926-BB5B-EBB1FF35D6CF}" destId="{C4B00ACD-5DE2-49DD-A86A-7E9DA4F4F902}" srcOrd="2" destOrd="0" presId="urn:microsoft.com/office/officeart/2018/2/layout/IconVerticalSolidList"/>
    <dgm:cxn modelId="{BDCFF311-572D-4EFF-9962-41667842EC29}" type="presParOf" srcId="{51AF8DE5-8BFC-4926-BB5B-EBB1FF35D6CF}" destId="{F39C05C3-FB4F-4E21-82D4-6964DDF6BB95}" srcOrd="3" destOrd="0" presId="urn:microsoft.com/office/officeart/2018/2/layout/IconVerticalSolidList"/>
    <dgm:cxn modelId="{7AE8A898-177E-48B6-86FA-1DA9BDBF70B8}" type="presParOf" srcId="{B67C1142-BFAC-4398-9A0B-8DEBEBE68C27}" destId="{9FB8E41A-4EBB-4A6D-9A1F-C4E89F582C06}" srcOrd="3" destOrd="0" presId="urn:microsoft.com/office/officeart/2018/2/layout/IconVerticalSolidList"/>
    <dgm:cxn modelId="{02AF2826-B475-4AB9-AC40-379C28E0B714}" type="presParOf" srcId="{B67C1142-BFAC-4398-9A0B-8DEBEBE68C27}" destId="{F10F0973-6196-4B96-9346-65AA82047A37}" srcOrd="4" destOrd="0" presId="urn:microsoft.com/office/officeart/2018/2/layout/IconVerticalSolidList"/>
    <dgm:cxn modelId="{C6564050-6313-4911-A2D4-D591FA2AE9F3}" type="presParOf" srcId="{F10F0973-6196-4B96-9346-65AA82047A37}" destId="{EEEFC560-6D34-4FCC-82C5-5A5FB0E809F4}" srcOrd="0" destOrd="0" presId="urn:microsoft.com/office/officeart/2018/2/layout/IconVerticalSolidList"/>
    <dgm:cxn modelId="{28094403-45D7-4D81-B32C-A4E49E412D8E}" type="presParOf" srcId="{F10F0973-6196-4B96-9346-65AA82047A37}" destId="{18A9213A-2AB2-42D5-BD62-640F1617CD74}" srcOrd="1" destOrd="0" presId="urn:microsoft.com/office/officeart/2018/2/layout/IconVerticalSolidList"/>
    <dgm:cxn modelId="{33CEA4BB-FF63-40BB-8EBC-768FE0B80FC8}" type="presParOf" srcId="{F10F0973-6196-4B96-9346-65AA82047A37}" destId="{80756D34-B22F-4515-85EC-F6B46754224A}" srcOrd="2" destOrd="0" presId="urn:microsoft.com/office/officeart/2018/2/layout/IconVerticalSolidList"/>
    <dgm:cxn modelId="{0FF096B1-4F92-43B1-AF63-7863C5A1006D}" type="presParOf" srcId="{F10F0973-6196-4B96-9346-65AA82047A37}" destId="{0CDA7B5C-5D70-42BE-8429-2ECE580FE7DB}" srcOrd="3" destOrd="0" presId="urn:microsoft.com/office/officeart/2018/2/layout/IconVerticalSolidList"/>
    <dgm:cxn modelId="{47A4FB80-B673-43A8-A49D-26DD89E92B1A}" type="presParOf" srcId="{B67C1142-BFAC-4398-9A0B-8DEBEBE68C27}" destId="{06F5857A-32FC-48F8-8BBD-50FAD3FDDC44}" srcOrd="5" destOrd="0" presId="urn:microsoft.com/office/officeart/2018/2/layout/IconVerticalSolidList"/>
    <dgm:cxn modelId="{820DA923-6BC2-4324-8014-18F76E3701A2}" type="presParOf" srcId="{B67C1142-BFAC-4398-9A0B-8DEBEBE68C27}" destId="{4AECC4C1-F981-45E8-A51A-9F827BE31A64}" srcOrd="6" destOrd="0" presId="urn:microsoft.com/office/officeart/2018/2/layout/IconVerticalSolidList"/>
    <dgm:cxn modelId="{B038DCE7-3753-43BC-BB7E-6BB7CF4BA10A}" type="presParOf" srcId="{4AECC4C1-F981-45E8-A51A-9F827BE31A64}" destId="{216FB327-9544-4B68-B2C1-587850EAC52E}" srcOrd="0" destOrd="0" presId="urn:microsoft.com/office/officeart/2018/2/layout/IconVerticalSolidList"/>
    <dgm:cxn modelId="{8FA8E0F3-A606-42A9-AED1-87640F28020C}" type="presParOf" srcId="{4AECC4C1-F981-45E8-A51A-9F827BE31A64}" destId="{9649ABEC-F559-4891-AA4B-D45BF6975BC0}" srcOrd="1" destOrd="0" presId="urn:microsoft.com/office/officeart/2018/2/layout/IconVerticalSolidList"/>
    <dgm:cxn modelId="{1B2EC177-805E-4822-9DE1-FB4DA07BF211}" type="presParOf" srcId="{4AECC4C1-F981-45E8-A51A-9F827BE31A64}" destId="{F7FEDBF6-6646-4457-A41E-EE9028FC0E0C}" srcOrd="2" destOrd="0" presId="urn:microsoft.com/office/officeart/2018/2/layout/IconVerticalSolidList"/>
    <dgm:cxn modelId="{23DDC82F-D6C8-4E03-ACEC-FCC927358CF8}" type="presParOf" srcId="{4AECC4C1-F981-45E8-A51A-9F827BE31A64}" destId="{E25ACD05-9E98-492A-B4FE-E985C4AED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F111C-ADCF-4F28-AFC0-38023B62F75E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234BD-6DC3-4247-A9CB-2AA55C37EF14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89210-CF71-4EBD-856F-2966E409C408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Employees may avoid reporting mistakes</a:t>
          </a:r>
        </a:p>
      </dsp:txBody>
      <dsp:txXfrm>
        <a:off x="1339618" y="2288"/>
        <a:ext cx="3433549" cy="1159843"/>
      </dsp:txXfrm>
    </dsp:sp>
    <dsp:sp modelId="{12544E9F-B760-428F-8DEE-60851ECC107C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8143A-CFA4-422D-B66B-16A737FAA7C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4C218-8987-47AF-9189-7DC85D9E77F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Concerns about retaliation or career impact</a:t>
          </a:r>
        </a:p>
      </dsp:txBody>
      <dsp:txXfrm>
        <a:off x="1339618" y="1452092"/>
        <a:ext cx="3433549" cy="1159843"/>
      </dsp:txXfrm>
    </dsp:sp>
    <dsp:sp modelId="{F25E2507-A223-4F41-9B89-B1C957A70F09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475A7-5D44-4EED-99EF-AA7A5B423A6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90566-01CA-44F0-AA8B-E1C27CA3EB7A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Inhibits learning from incidents</a:t>
          </a:r>
        </a:p>
      </dsp:txBody>
      <dsp:txXfrm>
        <a:off x="1339618" y="2901896"/>
        <a:ext cx="3433549" cy="1159843"/>
      </dsp:txXfrm>
    </dsp:sp>
    <dsp:sp modelId="{EA37DEB2-21D2-45B2-880A-18E0FFDACCF2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ED7C5-77B4-421E-BA36-E532BFCDA92E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FFC23-97B0-4B3F-85FD-B5E20D98D5B1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Encourages cover-ups rather than transparency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5A202-5B92-4B73-8EB1-5BEA0358D6F3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C33AF-8E78-4E04-A41B-DD7AF2378E8A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consistent way to report or analyze incidents</a:t>
          </a:r>
        </a:p>
      </dsp:txBody>
      <dsp:txXfrm>
        <a:off x="90151" y="2602589"/>
        <a:ext cx="2402775" cy="720000"/>
      </dsp:txXfrm>
    </dsp:sp>
    <dsp:sp modelId="{C92BA961-4DCC-47D9-B9CB-C73FA2B874F9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CC73E-129A-4944-8F71-2A58852BA22B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Delays or misunderstandings when sharing findings</a:t>
          </a:r>
        </a:p>
      </dsp:txBody>
      <dsp:txXfrm>
        <a:off x="2913412" y="2602589"/>
        <a:ext cx="2402775" cy="720000"/>
      </dsp:txXfrm>
    </dsp:sp>
    <dsp:sp modelId="{8FB5055D-B12D-4F10-9D31-E124C65BE131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E9AE4-8DA5-4131-B2C6-34509129BD2A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Staff unclear on what to report or how it will be used</a:t>
          </a:r>
        </a:p>
      </dsp:txBody>
      <dsp:txXfrm>
        <a:off x="5736673" y="2602589"/>
        <a:ext cx="240277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26A7A-912E-4255-8AFD-1638FA4F6860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64DE9-83B2-410A-AA40-F6F938954572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5C7B7-D6F2-405A-BF11-855B377740EA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Inconsistency reduces psychological safety.</a:t>
          </a:r>
        </a:p>
      </dsp:txBody>
      <dsp:txXfrm>
        <a:off x="1844034" y="682"/>
        <a:ext cx="2839914" cy="1596566"/>
      </dsp:txXfrm>
    </dsp:sp>
    <dsp:sp modelId="{E764E58E-E824-4D31-911F-236893C8ED30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528F3-7476-4961-BFC8-4DA7ECE2E3C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90DC8-07EB-46EF-9EE3-30FA4BFAD591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Lack of transparency deters reporting and creates distrust.</a:t>
          </a:r>
        </a:p>
      </dsp:txBody>
      <dsp:txXfrm>
        <a:off x="1844034" y="1996390"/>
        <a:ext cx="2839914" cy="1596566"/>
      </dsp:txXfrm>
    </dsp:sp>
    <dsp:sp modelId="{0956258E-976A-4F1B-A014-DE928026F16D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E16A4-1BDC-492C-8174-48E1969C83F0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98B82-94C5-4482-91B7-1697F35E7DC6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Culture must evolve from shared beliefs, not be imposed.</a:t>
          </a:r>
        </a:p>
      </dsp:txBody>
      <dsp:txXfrm>
        <a:off x="1844034" y="3992098"/>
        <a:ext cx="2839914" cy="1596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62A2F-82BF-4029-BFC8-989E1907A2D0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B6DE8-69F4-493D-903F-F4E64E165559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11868-097F-4B6C-8384-43E70ACD79FB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 leadership and staff on just culture principles</a:t>
          </a:r>
        </a:p>
      </dsp:txBody>
      <dsp:txXfrm>
        <a:off x="1357965" y="2319"/>
        <a:ext cx="3325983" cy="1175727"/>
      </dsp:txXfrm>
    </dsp:sp>
    <dsp:sp modelId="{62354B57-D6D9-462D-96A5-1A48CC8E610C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845A2-616E-41E6-B607-401A6A0AC53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C05C3-FB4F-4E21-82D4-6964DDF6BB95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anonymous reporting systems</a:t>
          </a:r>
        </a:p>
      </dsp:txBody>
      <dsp:txXfrm>
        <a:off x="1357965" y="1471979"/>
        <a:ext cx="3325983" cy="1175727"/>
      </dsp:txXfrm>
    </dsp:sp>
    <dsp:sp modelId="{EEEFC560-6D34-4FCC-82C5-5A5FB0E809F4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9213A-2AB2-42D5-BD62-640F1617CD74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A7B5C-5D70-42BE-8429-2ECE580FE7DB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Encourage psychological safety in teams</a:t>
          </a:r>
        </a:p>
      </dsp:txBody>
      <dsp:txXfrm>
        <a:off x="1357965" y="2941639"/>
        <a:ext cx="3325983" cy="1175727"/>
      </dsp:txXfrm>
    </dsp:sp>
    <dsp:sp modelId="{216FB327-9544-4B68-B2C1-587850EAC52E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9ABEC-F559-4891-AA4B-D45BF6975BC0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ACD05-9E98-492A-B4FE-E985C4AED1A2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Share positive examples of learning from mistakes</a:t>
          </a:r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Barriers to Implementing a Just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/>
              <a:t>Mark White</a:t>
            </a:r>
          </a:p>
          <a:p>
            <a:pPr algn="l">
              <a:lnSpc>
                <a:spcPct val="90000"/>
              </a:lnSpc>
            </a:pPr>
            <a:r>
              <a:rPr lang="en-US" sz="3000"/>
              <a:t>CSD380</a:t>
            </a:r>
          </a:p>
          <a:p>
            <a:pPr algn="l">
              <a:lnSpc>
                <a:spcPct val="90000"/>
              </a:lnSpc>
            </a:pPr>
            <a:r>
              <a:rPr lang="en-US" sz="3000"/>
              <a:t>Assignment#9.2</a:t>
            </a:r>
          </a:p>
          <a:p>
            <a:pPr algn="l">
              <a:lnSpc>
                <a:spcPct val="90000"/>
              </a:lnSpc>
            </a:pPr>
            <a:endParaRPr lang="en-US" sz="3000"/>
          </a:p>
        </p:txBody>
      </p:sp>
      <p:pic>
        <p:nvPicPr>
          <p:cNvPr id="5" name="Picture 4" descr="Red ropes on a red surface">
            <a:extLst>
              <a:ext uri="{FF2B5EF4-FFF2-40B4-BE49-F238E27FC236}">
                <a16:creationId xmlns:a16="http://schemas.microsoft.com/office/drawing/2014/main" id="{DE887DEF-560F-A36D-CFA5-4C5B3BF62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72" r="13068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 u="sng"/>
              <a:t>What is a Just Culture?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/>
              <a:t>A just culture promotes accountability and learning from mistakes, not punishment.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Key traits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Balancing accountability with system design flaws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Encouraging open communication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Promoting trust, transparency, and shared responsibility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onnsiteX0" fmla="*/ 0 w 7886700"/>
              <a:gd name="connsiteY0" fmla="*/ 0 h 5416094"/>
              <a:gd name="connsiteX1" fmla="*/ 578358 w 7886700"/>
              <a:gd name="connsiteY1" fmla="*/ 0 h 5416094"/>
              <a:gd name="connsiteX2" fmla="*/ 998982 w 7886700"/>
              <a:gd name="connsiteY2" fmla="*/ 0 h 5416094"/>
              <a:gd name="connsiteX3" fmla="*/ 1813941 w 7886700"/>
              <a:gd name="connsiteY3" fmla="*/ 0 h 5416094"/>
              <a:gd name="connsiteX4" fmla="*/ 2392299 w 7886700"/>
              <a:gd name="connsiteY4" fmla="*/ 0 h 5416094"/>
              <a:gd name="connsiteX5" fmla="*/ 2970657 w 7886700"/>
              <a:gd name="connsiteY5" fmla="*/ 0 h 5416094"/>
              <a:gd name="connsiteX6" fmla="*/ 3785616 w 7886700"/>
              <a:gd name="connsiteY6" fmla="*/ 0 h 5416094"/>
              <a:gd name="connsiteX7" fmla="*/ 4285107 w 7886700"/>
              <a:gd name="connsiteY7" fmla="*/ 0 h 5416094"/>
              <a:gd name="connsiteX8" fmla="*/ 5100066 w 7886700"/>
              <a:gd name="connsiteY8" fmla="*/ 0 h 5416094"/>
              <a:gd name="connsiteX9" fmla="*/ 5915025 w 7886700"/>
              <a:gd name="connsiteY9" fmla="*/ 0 h 5416094"/>
              <a:gd name="connsiteX10" fmla="*/ 6572250 w 7886700"/>
              <a:gd name="connsiteY10" fmla="*/ 0 h 5416094"/>
              <a:gd name="connsiteX11" fmla="*/ 7886700 w 7886700"/>
              <a:gd name="connsiteY11" fmla="*/ 0 h 5416094"/>
              <a:gd name="connsiteX12" fmla="*/ 7886700 w 7886700"/>
              <a:gd name="connsiteY12" fmla="*/ 622851 h 5416094"/>
              <a:gd name="connsiteX13" fmla="*/ 7886700 w 7886700"/>
              <a:gd name="connsiteY13" fmla="*/ 1137380 h 5416094"/>
              <a:gd name="connsiteX14" fmla="*/ 7886700 w 7886700"/>
              <a:gd name="connsiteY14" fmla="*/ 1814391 h 5416094"/>
              <a:gd name="connsiteX15" fmla="*/ 7886700 w 7886700"/>
              <a:gd name="connsiteY15" fmla="*/ 2491403 h 5416094"/>
              <a:gd name="connsiteX16" fmla="*/ 7886700 w 7886700"/>
              <a:gd name="connsiteY16" fmla="*/ 3168415 h 5416094"/>
              <a:gd name="connsiteX17" fmla="*/ 7886700 w 7886700"/>
              <a:gd name="connsiteY17" fmla="*/ 3899588 h 5416094"/>
              <a:gd name="connsiteX18" fmla="*/ 7886700 w 7886700"/>
              <a:gd name="connsiteY18" fmla="*/ 4630760 h 5416094"/>
              <a:gd name="connsiteX19" fmla="*/ 7886700 w 7886700"/>
              <a:gd name="connsiteY19" fmla="*/ 5416094 h 5416094"/>
              <a:gd name="connsiteX20" fmla="*/ 7466076 w 7886700"/>
              <a:gd name="connsiteY20" fmla="*/ 5416094 h 5416094"/>
              <a:gd name="connsiteX21" fmla="*/ 6651117 w 7886700"/>
              <a:gd name="connsiteY21" fmla="*/ 5416094 h 5416094"/>
              <a:gd name="connsiteX22" fmla="*/ 5993892 w 7886700"/>
              <a:gd name="connsiteY22" fmla="*/ 5416094 h 5416094"/>
              <a:gd name="connsiteX23" fmla="*/ 5494401 w 7886700"/>
              <a:gd name="connsiteY23" fmla="*/ 5416094 h 5416094"/>
              <a:gd name="connsiteX24" fmla="*/ 4837176 w 7886700"/>
              <a:gd name="connsiteY24" fmla="*/ 5416094 h 5416094"/>
              <a:gd name="connsiteX25" fmla="*/ 4416552 w 7886700"/>
              <a:gd name="connsiteY25" fmla="*/ 5416094 h 5416094"/>
              <a:gd name="connsiteX26" fmla="*/ 3995928 w 7886700"/>
              <a:gd name="connsiteY26" fmla="*/ 5416094 h 5416094"/>
              <a:gd name="connsiteX27" fmla="*/ 3338703 w 7886700"/>
              <a:gd name="connsiteY27" fmla="*/ 5416094 h 5416094"/>
              <a:gd name="connsiteX28" fmla="*/ 2839212 w 7886700"/>
              <a:gd name="connsiteY28" fmla="*/ 5416094 h 5416094"/>
              <a:gd name="connsiteX29" fmla="*/ 2103120 w 7886700"/>
              <a:gd name="connsiteY29" fmla="*/ 5416094 h 5416094"/>
              <a:gd name="connsiteX30" fmla="*/ 1603629 w 7886700"/>
              <a:gd name="connsiteY30" fmla="*/ 5416094 h 5416094"/>
              <a:gd name="connsiteX31" fmla="*/ 867537 w 7886700"/>
              <a:gd name="connsiteY31" fmla="*/ 5416094 h 5416094"/>
              <a:gd name="connsiteX32" fmla="*/ 0 w 7886700"/>
              <a:gd name="connsiteY32" fmla="*/ 5416094 h 5416094"/>
              <a:gd name="connsiteX33" fmla="*/ 0 w 7886700"/>
              <a:gd name="connsiteY33" fmla="*/ 4684921 h 5416094"/>
              <a:gd name="connsiteX34" fmla="*/ 0 w 7886700"/>
              <a:gd name="connsiteY34" fmla="*/ 3953749 h 5416094"/>
              <a:gd name="connsiteX35" fmla="*/ 0 w 7886700"/>
              <a:gd name="connsiteY35" fmla="*/ 3168415 h 5416094"/>
              <a:gd name="connsiteX36" fmla="*/ 0 w 7886700"/>
              <a:gd name="connsiteY36" fmla="*/ 2545564 h 5416094"/>
              <a:gd name="connsiteX37" fmla="*/ 0 w 7886700"/>
              <a:gd name="connsiteY37" fmla="*/ 1760231 h 5416094"/>
              <a:gd name="connsiteX38" fmla="*/ 0 w 7886700"/>
              <a:gd name="connsiteY38" fmla="*/ 1191541 h 5416094"/>
              <a:gd name="connsiteX39" fmla="*/ 0 w 7886700"/>
              <a:gd name="connsiteY39" fmla="*/ 677012 h 5416094"/>
              <a:gd name="connsiteX40" fmla="*/ 0 w 7886700"/>
              <a:gd name="connsiteY4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screen with text&#10;&#10;AI-generated content may be incorrect.">
            <a:extLst>
              <a:ext uri="{FF2B5EF4-FFF2-40B4-BE49-F238E27FC236}">
                <a16:creationId xmlns:a16="http://schemas.microsoft.com/office/drawing/2014/main" id="{E4D4C070-82FD-7D9E-849A-85A90CCAB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219" y="914400"/>
            <a:ext cx="3838412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2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 u="sng"/>
              <a:t>Barrier 1: Fear of Punishment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37B651F-EC23-27D2-7CD6-0D0FFD6AC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55808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u="sng"/>
              <a:t>Barrier 2: Lack of Leadership Buy-in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280" y="2324912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Leaders may be reluctant to shift from a blame culture.</a:t>
            </a:r>
          </a:p>
          <a:p>
            <a:r>
              <a:rPr lang="en-US" sz="1700" dirty="0"/>
              <a:t>Resistance to sharing responsibility for systemic issues.</a:t>
            </a:r>
          </a:p>
          <a:p>
            <a:r>
              <a:rPr lang="en-US" sz="1700" dirty="0"/>
              <a:t>Without leadership modeling just culture, adoption falters.</a:t>
            </a:r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0F189A84-6959-ADFA-1675-747217C6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87" r="2613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u="sng" dirty="0"/>
              <a:t>Barrier 3: Poor Communication Systems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695092-7C1B-2C6B-7F72-8F5C8446A6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40DBA-D18C-7BAE-BC90-7105F112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900" u="sng"/>
              <a:t>Barrier 4: Trust, Psychological Safety &amp; Inconsistency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CEA4C6-D135-48DE-AB35-F55B5B0AE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16736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6644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Culture Change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C8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542687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Change process for Just Culture:</a:t>
            </a:r>
          </a:p>
          <a:p>
            <a:endParaRPr dirty="0"/>
          </a:p>
          <a:p>
            <a:r>
              <a:rPr dirty="0"/>
              <a:t>1. Educate staff and leadership on just culture principles</a:t>
            </a:r>
          </a:p>
          <a:p>
            <a:r>
              <a:rPr dirty="0"/>
              <a:t>2. Replace punitive policies with restorative ones</a:t>
            </a:r>
          </a:p>
          <a:p>
            <a:r>
              <a:rPr dirty="0"/>
              <a:t>3. Implement anonymous reporting tools</a:t>
            </a:r>
          </a:p>
          <a:p>
            <a:r>
              <a:rPr dirty="0"/>
              <a:t>4. Highlight improvements and share lessons learned</a:t>
            </a:r>
            <a:endParaRPr lang="en-US" dirty="0"/>
          </a:p>
          <a:p>
            <a:r>
              <a:rPr lang="en-US" dirty="0"/>
              <a:t>5. Ensure transparent and consistent assessment.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 u="sng"/>
              <a:t>Strategies to Overcome Barriers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0C231-9E5C-E724-80C5-621E31F13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20616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References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 fontScale="70000" lnSpcReduction="20000"/>
          </a:bodyPr>
          <a:lstStyle/>
          <a:p>
            <a:r>
              <a:rPr lang="en-US" i="1" dirty="0"/>
              <a:t>Just Culture.</a:t>
            </a:r>
            <a:r>
              <a:rPr lang="en-US" dirty="0"/>
              <a:t> (2025). </a:t>
            </a:r>
            <a:r>
              <a:rPr lang="en-US" i="1" dirty="0"/>
              <a:t>Overcoming Barriers to a Just Culture – Health Quality Alberta </a:t>
            </a:r>
            <a:r>
              <a:rPr lang="en-US" dirty="0"/>
              <a:t>Justculture.hqa.ca. https://justculture.hqa.ca/overcoming-barriers-to-a-just-culture/</a:t>
            </a:r>
          </a:p>
          <a:p>
            <a:endParaRPr lang="en-US" dirty="0"/>
          </a:p>
          <a:p>
            <a:r>
              <a:rPr lang="en-US" dirty="0"/>
              <a:t>LinkedIn. (n.d.)</a:t>
            </a:r>
            <a:r>
              <a:rPr lang="en-US" i="1" dirty="0"/>
              <a:t> Breaking Down Barriers: </a:t>
            </a:r>
            <a:r>
              <a:rPr lang="en-US" i="1" dirty="0" err="1"/>
              <a:t>Realising</a:t>
            </a:r>
            <a:r>
              <a:rPr lang="en-US" i="1" dirty="0"/>
              <a:t> a Just Culture in Healthcare </a:t>
            </a:r>
            <a:r>
              <a:rPr lang="en-US" i="1" dirty="0" err="1"/>
              <a:t>Organisations</a:t>
            </a:r>
            <a:r>
              <a:rPr lang="en-US" dirty="0"/>
              <a:t>. (n.d.). Www.linkedin.com. https://www.linkedin.com/pulse/breaking-down-barriers-realising-just-culture-chris-ingram/</a:t>
            </a:r>
          </a:p>
          <a:p>
            <a:endParaRPr lang="en-US" dirty="0"/>
          </a:p>
          <a:p>
            <a:r>
              <a:rPr lang="en-US" dirty="0"/>
              <a:t>Shorrock, S. (2023). </a:t>
            </a:r>
            <a:r>
              <a:rPr lang="en-US" i="1" dirty="0"/>
              <a:t>Why Is It Just So Difficult? Barriers to “Just Culture” in the Real World</a:t>
            </a:r>
            <a:r>
              <a:rPr lang="en-US" dirty="0"/>
              <a:t>. Humanistic Systems. https://humanisticsystems.com/2023/10/18/why-is-it-just-so-difficult-barriers-to-just-culture-in-the-real-world/</a:t>
            </a:r>
          </a:p>
          <a:p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369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Barriers to Implementing a Just Culture</vt:lpstr>
      <vt:lpstr>What is a Just Culture?</vt:lpstr>
      <vt:lpstr>PowerPoint Presentation</vt:lpstr>
      <vt:lpstr>Barrier 1: Fear of Punishment</vt:lpstr>
      <vt:lpstr>Barrier 2: Lack of Leadership Buy-in</vt:lpstr>
      <vt:lpstr>Barrier 3: Poor Communication Systems</vt:lpstr>
      <vt:lpstr>Barrier 4: Trust, Psychological Safety &amp; Inconsistency</vt:lpstr>
      <vt:lpstr>Culture Change Process</vt:lpstr>
      <vt:lpstr>Strategies to Overcome Barriers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Mark White</dc:creator>
  <cp:keywords/>
  <dc:description>generated using python-pptx</dc:description>
  <cp:lastModifiedBy>Mark White</cp:lastModifiedBy>
  <cp:revision>2</cp:revision>
  <dcterms:created xsi:type="dcterms:W3CDTF">2013-01-27T09:14:16Z</dcterms:created>
  <dcterms:modified xsi:type="dcterms:W3CDTF">2025-07-14T01:34:46Z</dcterms:modified>
  <cp:category/>
</cp:coreProperties>
</file>