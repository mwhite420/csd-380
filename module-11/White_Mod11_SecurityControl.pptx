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4601DA-E09A-4906-B4F0-A84DFF9382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C6768B-AB32-469B-9571-B33F40FE4F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Repositories store core intellectual property.</a:t>
          </a:r>
        </a:p>
      </dgm:t>
    </dgm:pt>
    <dgm:pt modelId="{D1273024-552F-48BB-AA52-2D7186DCBF1B}" type="parTrans" cxnId="{3EED70DF-DCC5-4640-A0BB-D7FD150DF351}">
      <dgm:prSet/>
      <dgm:spPr/>
      <dgm:t>
        <a:bodyPr/>
        <a:lstStyle/>
        <a:p>
          <a:endParaRPr lang="en-US"/>
        </a:p>
      </dgm:t>
    </dgm:pt>
    <dgm:pt modelId="{2D50B060-F2A5-450A-BE6B-B51B89A32C71}" type="sibTrans" cxnId="{3EED70DF-DCC5-4640-A0BB-D7FD150DF351}">
      <dgm:prSet/>
      <dgm:spPr/>
      <dgm:t>
        <a:bodyPr/>
        <a:lstStyle/>
        <a:p>
          <a:endParaRPr lang="en-US"/>
        </a:p>
      </dgm:t>
    </dgm:pt>
    <dgm:pt modelId="{D0A16AF8-63D5-457B-8762-D962ED735A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Exposed vulnerabilities in code can be exploited.</a:t>
          </a:r>
        </a:p>
      </dgm:t>
    </dgm:pt>
    <dgm:pt modelId="{898F1962-4242-4B32-85CC-FA2550BFD41C}" type="parTrans" cxnId="{DE2AA18D-B427-4D23-A553-22C3E0159A46}">
      <dgm:prSet/>
      <dgm:spPr/>
      <dgm:t>
        <a:bodyPr/>
        <a:lstStyle/>
        <a:p>
          <a:endParaRPr lang="en-US"/>
        </a:p>
      </dgm:t>
    </dgm:pt>
    <dgm:pt modelId="{BE62FFEA-5814-4C02-80AA-FB47640E69FD}" type="sibTrans" cxnId="{DE2AA18D-B427-4D23-A553-22C3E0159A46}">
      <dgm:prSet/>
      <dgm:spPr/>
      <dgm:t>
        <a:bodyPr/>
        <a:lstStyle/>
        <a:p>
          <a:endParaRPr lang="en-US"/>
        </a:p>
      </dgm:t>
    </dgm:pt>
    <dgm:pt modelId="{928EF41C-1A6D-4EAA-ADAB-9F85FE3B7A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Unauthorized access may lead to data breaches and loss of trust.</a:t>
          </a:r>
        </a:p>
      </dgm:t>
    </dgm:pt>
    <dgm:pt modelId="{AD2280CB-0F69-45A0-A913-142F99529E7B}" type="parTrans" cxnId="{FD38D055-29E1-49FC-A760-897CFFB24213}">
      <dgm:prSet/>
      <dgm:spPr/>
      <dgm:t>
        <a:bodyPr/>
        <a:lstStyle/>
        <a:p>
          <a:endParaRPr lang="en-US"/>
        </a:p>
      </dgm:t>
    </dgm:pt>
    <dgm:pt modelId="{3A3B6E07-47BD-4BCF-9802-E9B2CCCAFE0F}" type="sibTrans" cxnId="{FD38D055-29E1-49FC-A760-897CFFB24213}">
      <dgm:prSet/>
      <dgm:spPr/>
      <dgm:t>
        <a:bodyPr/>
        <a:lstStyle/>
        <a:p>
          <a:endParaRPr lang="en-US"/>
        </a:p>
      </dgm:t>
    </dgm:pt>
    <dgm:pt modelId="{01C58663-E204-4B62-A095-9846677368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Compliance requirements demand robust protections.</a:t>
          </a:r>
        </a:p>
      </dgm:t>
    </dgm:pt>
    <dgm:pt modelId="{B8CB83B5-C9B8-472F-BB2D-400891679969}" type="parTrans" cxnId="{30E728BA-27DF-4626-8310-2D5C5C44DE55}">
      <dgm:prSet/>
      <dgm:spPr/>
      <dgm:t>
        <a:bodyPr/>
        <a:lstStyle/>
        <a:p>
          <a:endParaRPr lang="en-US"/>
        </a:p>
      </dgm:t>
    </dgm:pt>
    <dgm:pt modelId="{1DDF34E8-A6C9-4E5F-9102-3EFAF36848E9}" type="sibTrans" cxnId="{30E728BA-27DF-4626-8310-2D5C5C44DE55}">
      <dgm:prSet/>
      <dgm:spPr/>
      <dgm:t>
        <a:bodyPr/>
        <a:lstStyle/>
        <a:p>
          <a:endParaRPr lang="en-US"/>
        </a:p>
      </dgm:t>
    </dgm:pt>
    <dgm:pt modelId="{42FAAD45-FAA7-40E9-8F7A-32248A5F84F4}" type="pres">
      <dgm:prSet presAssocID="{EB4601DA-E09A-4906-B4F0-A84DFF938243}" presName="root" presStyleCnt="0">
        <dgm:presLayoutVars>
          <dgm:dir/>
          <dgm:resizeHandles val="exact"/>
        </dgm:presLayoutVars>
      </dgm:prSet>
      <dgm:spPr/>
    </dgm:pt>
    <dgm:pt modelId="{37C77C4A-4D9E-4D92-849B-791D58293C81}" type="pres">
      <dgm:prSet presAssocID="{B3C6768B-AB32-469B-9571-B33F40FE4F2D}" presName="compNode" presStyleCnt="0"/>
      <dgm:spPr/>
    </dgm:pt>
    <dgm:pt modelId="{47AB2170-B3F5-43E1-9204-ADF46A0D6197}" type="pres">
      <dgm:prSet presAssocID="{B3C6768B-AB32-469B-9571-B33F40FE4F2D}" presName="bgRect" presStyleLbl="bgShp" presStyleIdx="0" presStyleCnt="4"/>
      <dgm:spPr/>
    </dgm:pt>
    <dgm:pt modelId="{E355A1BA-39CC-4790-AE5F-D43F30D1F608}" type="pres">
      <dgm:prSet presAssocID="{B3C6768B-AB32-469B-9571-B33F40FE4F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456AF0-8E3A-403B-A11B-AB667E05685C}" type="pres">
      <dgm:prSet presAssocID="{B3C6768B-AB32-469B-9571-B33F40FE4F2D}" presName="spaceRect" presStyleCnt="0"/>
      <dgm:spPr/>
    </dgm:pt>
    <dgm:pt modelId="{92A5CE59-4045-4D9C-A8EE-9870C3906383}" type="pres">
      <dgm:prSet presAssocID="{B3C6768B-AB32-469B-9571-B33F40FE4F2D}" presName="parTx" presStyleLbl="revTx" presStyleIdx="0" presStyleCnt="4">
        <dgm:presLayoutVars>
          <dgm:chMax val="0"/>
          <dgm:chPref val="0"/>
        </dgm:presLayoutVars>
      </dgm:prSet>
      <dgm:spPr/>
    </dgm:pt>
    <dgm:pt modelId="{46B3DEAF-3CE2-4EF9-965B-533348BA1DA6}" type="pres">
      <dgm:prSet presAssocID="{2D50B060-F2A5-450A-BE6B-B51B89A32C71}" presName="sibTrans" presStyleCnt="0"/>
      <dgm:spPr/>
    </dgm:pt>
    <dgm:pt modelId="{CCEA4963-A781-4C93-9D76-74658C242CD1}" type="pres">
      <dgm:prSet presAssocID="{D0A16AF8-63D5-457B-8762-D962ED735ADC}" presName="compNode" presStyleCnt="0"/>
      <dgm:spPr/>
    </dgm:pt>
    <dgm:pt modelId="{6CC25093-0D91-413E-B88F-3A708D6667AA}" type="pres">
      <dgm:prSet presAssocID="{D0A16AF8-63D5-457B-8762-D962ED735ADC}" presName="bgRect" presStyleLbl="bgShp" presStyleIdx="1" presStyleCnt="4"/>
      <dgm:spPr/>
    </dgm:pt>
    <dgm:pt modelId="{72CAB495-D2F0-4217-AE20-0DC327D4D428}" type="pres">
      <dgm:prSet presAssocID="{D0A16AF8-63D5-457B-8762-D962ED735A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B692EED-5FC3-4B64-A476-B662BF5B2461}" type="pres">
      <dgm:prSet presAssocID="{D0A16AF8-63D5-457B-8762-D962ED735ADC}" presName="spaceRect" presStyleCnt="0"/>
      <dgm:spPr/>
    </dgm:pt>
    <dgm:pt modelId="{3558C174-259A-4200-A114-DF87A3DE0BB5}" type="pres">
      <dgm:prSet presAssocID="{D0A16AF8-63D5-457B-8762-D962ED735ADC}" presName="parTx" presStyleLbl="revTx" presStyleIdx="1" presStyleCnt="4">
        <dgm:presLayoutVars>
          <dgm:chMax val="0"/>
          <dgm:chPref val="0"/>
        </dgm:presLayoutVars>
      </dgm:prSet>
      <dgm:spPr/>
    </dgm:pt>
    <dgm:pt modelId="{88A7C5FC-0D43-4B10-9779-BDA94ABB38F0}" type="pres">
      <dgm:prSet presAssocID="{BE62FFEA-5814-4C02-80AA-FB47640E69FD}" presName="sibTrans" presStyleCnt="0"/>
      <dgm:spPr/>
    </dgm:pt>
    <dgm:pt modelId="{41EA91D9-0EAE-4773-B80F-186356C1A558}" type="pres">
      <dgm:prSet presAssocID="{928EF41C-1A6D-4EAA-ADAB-9F85FE3B7A10}" presName="compNode" presStyleCnt="0"/>
      <dgm:spPr/>
    </dgm:pt>
    <dgm:pt modelId="{14F1A82E-981F-4877-8C5D-5910D881AB40}" type="pres">
      <dgm:prSet presAssocID="{928EF41C-1A6D-4EAA-ADAB-9F85FE3B7A10}" presName="bgRect" presStyleLbl="bgShp" presStyleIdx="2" presStyleCnt="4"/>
      <dgm:spPr/>
    </dgm:pt>
    <dgm:pt modelId="{3299D8B8-1761-486E-8D38-5092A72B5EA8}" type="pres">
      <dgm:prSet presAssocID="{928EF41C-1A6D-4EAA-ADAB-9F85FE3B7A1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A34D6509-F6C1-41C9-A030-1AA28B97C820}" type="pres">
      <dgm:prSet presAssocID="{928EF41C-1A6D-4EAA-ADAB-9F85FE3B7A10}" presName="spaceRect" presStyleCnt="0"/>
      <dgm:spPr/>
    </dgm:pt>
    <dgm:pt modelId="{4AEBA5B1-1A74-4C2A-AD0F-7E09630229E5}" type="pres">
      <dgm:prSet presAssocID="{928EF41C-1A6D-4EAA-ADAB-9F85FE3B7A10}" presName="parTx" presStyleLbl="revTx" presStyleIdx="2" presStyleCnt="4">
        <dgm:presLayoutVars>
          <dgm:chMax val="0"/>
          <dgm:chPref val="0"/>
        </dgm:presLayoutVars>
      </dgm:prSet>
      <dgm:spPr/>
    </dgm:pt>
    <dgm:pt modelId="{9C844946-D8B6-4D52-833F-20CC5605F46A}" type="pres">
      <dgm:prSet presAssocID="{3A3B6E07-47BD-4BCF-9802-E9B2CCCAFE0F}" presName="sibTrans" presStyleCnt="0"/>
      <dgm:spPr/>
    </dgm:pt>
    <dgm:pt modelId="{EAF9987C-C1ED-4CBB-95B5-E05907D1828A}" type="pres">
      <dgm:prSet presAssocID="{01C58663-E204-4B62-A095-9846677368ED}" presName="compNode" presStyleCnt="0"/>
      <dgm:spPr/>
    </dgm:pt>
    <dgm:pt modelId="{9EF0E016-4632-414E-8E21-6724101B23AC}" type="pres">
      <dgm:prSet presAssocID="{01C58663-E204-4B62-A095-9846677368ED}" presName="bgRect" presStyleLbl="bgShp" presStyleIdx="3" presStyleCnt="4"/>
      <dgm:spPr/>
    </dgm:pt>
    <dgm:pt modelId="{23ABF5CE-F7BC-475C-A26A-E9F1D7CB2992}" type="pres">
      <dgm:prSet presAssocID="{01C58663-E204-4B62-A095-9846677368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DF04643-0874-4250-B427-EBC890D33254}" type="pres">
      <dgm:prSet presAssocID="{01C58663-E204-4B62-A095-9846677368ED}" presName="spaceRect" presStyleCnt="0"/>
      <dgm:spPr/>
    </dgm:pt>
    <dgm:pt modelId="{B9F75978-191A-4338-A7C5-D87D92B423CB}" type="pres">
      <dgm:prSet presAssocID="{01C58663-E204-4B62-A095-9846677368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213DB03-407A-47B6-AAB1-CBC6B61B1A07}" type="presOf" srcId="{EB4601DA-E09A-4906-B4F0-A84DFF938243}" destId="{42FAAD45-FAA7-40E9-8F7A-32248A5F84F4}" srcOrd="0" destOrd="0" presId="urn:microsoft.com/office/officeart/2018/2/layout/IconVerticalSolidList"/>
    <dgm:cxn modelId="{728CA017-01B7-4C4F-B34B-26F3FEFD0A98}" type="presOf" srcId="{D0A16AF8-63D5-457B-8762-D962ED735ADC}" destId="{3558C174-259A-4200-A114-DF87A3DE0BB5}" srcOrd="0" destOrd="0" presId="urn:microsoft.com/office/officeart/2018/2/layout/IconVerticalSolidList"/>
    <dgm:cxn modelId="{FD38D055-29E1-49FC-A760-897CFFB24213}" srcId="{EB4601DA-E09A-4906-B4F0-A84DFF938243}" destId="{928EF41C-1A6D-4EAA-ADAB-9F85FE3B7A10}" srcOrd="2" destOrd="0" parTransId="{AD2280CB-0F69-45A0-A913-142F99529E7B}" sibTransId="{3A3B6E07-47BD-4BCF-9802-E9B2CCCAFE0F}"/>
    <dgm:cxn modelId="{7D7FC85A-25BB-4F04-B8F0-AD56103EB16F}" type="presOf" srcId="{B3C6768B-AB32-469B-9571-B33F40FE4F2D}" destId="{92A5CE59-4045-4D9C-A8EE-9870C3906383}" srcOrd="0" destOrd="0" presId="urn:microsoft.com/office/officeart/2018/2/layout/IconVerticalSolidList"/>
    <dgm:cxn modelId="{DE2AA18D-B427-4D23-A553-22C3E0159A46}" srcId="{EB4601DA-E09A-4906-B4F0-A84DFF938243}" destId="{D0A16AF8-63D5-457B-8762-D962ED735ADC}" srcOrd="1" destOrd="0" parTransId="{898F1962-4242-4B32-85CC-FA2550BFD41C}" sibTransId="{BE62FFEA-5814-4C02-80AA-FB47640E69FD}"/>
    <dgm:cxn modelId="{791E4E9D-B50F-4F78-82BF-7AB60EEA11CC}" type="presOf" srcId="{01C58663-E204-4B62-A095-9846677368ED}" destId="{B9F75978-191A-4338-A7C5-D87D92B423CB}" srcOrd="0" destOrd="0" presId="urn:microsoft.com/office/officeart/2018/2/layout/IconVerticalSolidList"/>
    <dgm:cxn modelId="{30E728BA-27DF-4626-8310-2D5C5C44DE55}" srcId="{EB4601DA-E09A-4906-B4F0-A84DFF938243}" destId="{01C58663-E204-4B62-A095-9846677368ED}" srcOrd="3" destOrd="0" parTransId="{B8CB83B5-C9B8-472F-BB2D-400891679969}" sibTransId="{1DDF34E8-A6C9-4E5F-9102-3EFAF36848E9}"/>
    <dgm:cxn modelId="{F3469CD3-A4D8-4054-9439-429AF8933366}" type="presOf" srcId="{928EF41C-1A6D-4EAA-ADAB-9F85FE3B7A10}" destId="{4AEBA5B1-1A74-4C2A-AD0F-7E09630229E5}" srcOrd="0" destOrd="0" presId="urn:microsoft.com/office/officeart/2018/2/layout/IconVerticalSolidList"/>
    <dgm:cxn modelId="{3EED70DF-DCC5-4640-A0BB-D7FD150DF351}" srcId="{EB4601DA-E09A-4906-B4F0-A84DFF938243}" destId="{B3C6768B-AB32-469B-9571-B33F40FE4F2D}" srcOrd="0" destOrd="0" parTransId="{D1273024-552F-48BB-AA52-2D7186DCBF1B}" sibTransId="{2D50B060-F2A5-450A-BE6B-B51B89A32C71}"/>
    <dgm:cxn modelId="{86C935E5-B8EE-43A6-B6C3-812A8DE1998F}" type="presParOf" srcId="{42FAAD45-FAA7-40E9-8F7A-32248A5F84F4}" destId="{37C77C4A-4D9E-4D92-849B-791D58293C81}" srcOrd="0" destOrd="0" presId="urn:microsoft.com/office/officeart/2018/2/layout/IconVerticalSolidList"/>
    <dgm:cxn modelId="{F93EFF79-FFA1-41D9-A70C-C4020186C483}" type="presParOf" srcId="{37C77C4A-4D9E-4D92-849B-791D58293C81}" destId="{47AB2170-B3F5-43E1-9204-ADF46A0D6197}" srcOrd="0" destOrd="0" presId="urn:microsoft.com/office/officeart/2018/2/layout/IconVerticalSolidList"/>
    <dgm:cxn modelId="{6982D3BF-651D-4360-902F-52091C512664}" type="presParOf" srcId="{37C77C4A-4D9E-4D92-849B-791D58293C81}" destId="{E355A1BA-39CC-4790-AE5F-D43F30D1F608}" srcOrd="1" destOrd="0" presId="urn:microsoft.com/office/officeart/2018/2/layout/IconVerticalSolidList"/>
    <dgm:cxn modelId="{F0E5792C-28EE-4965-8E31-35AD16CCED6F}" type="presParOf" srcId="{37C77C4A-4D9E-4D92-849B-791D58293C81}" destId="{D2456AF0-8E3A-403B-A11B-AB667E05685C}" srcOrd="2" destOrd="0" presId="urn:microsoft.com/office/officeart/2018/2/layout/IconVerticalSolidList"/>
    <dgm:cxn modelId="{ED946CAC-69CE-4544-AB95-1CD44AC88983}" type="presParOf" srcId="{37C77C4A-4D9E-4D92-849B-791D58293C81}" destId="{92A5CE59-4045-4D9C-A8EE-9870C3906383}" srcOrd="3" destOrd="0" presId="urn:microsoft.com/office/officeart/2018/2/layout/IconVerticalSolidList"/>
    <dgm:cxn modelId="{351C0D44-31D6-4B29-8E4B-C70C5682B6ED}" type="presParOf" srcId="{42FAAD45-FAA7-40E9-8F7A-32248A5F84F4}" destId="{46B3DEAF-3CE2-4EF9-965B-533348BA1DA6}" srcOrd="1" destOrd="0" presId="urn:microsoft.com/office/officeart/2018/2/layout/IconVerticalSolidList"/>
    <dgm:cxn modelId="{2C162EF4-95B8-4B6B-8EB3-7020D88C488D}" type="presParOf" srcId="{42FAAD45-FAA7-40E9-8F7A-32248A5F84F4}" destId="{CCEA4963-A781-4C93-9D76-74658C242CD1}" srcOrd="2" destOrd="0" presId="urn:microsoft.com/office/officeart/2018/2/layout/IconVerticalSolidList"/>
    <dgm:cxn modelId="{B0952748-1FF7-4DD1-821D-F873D2C29A89}" type="presParOf" srcId="{CCEA4963-A781-4C93-9D76-74658C242CD1}" destId="{6CC25093-0D91-413E-B88F-3A708D6667AA}" srcOrd="0" destOrd="0" presId="urn:microsoft.com/office/officeart/2018/2/layout/IconVerticalSolidList"/>
    <dgm:cxn modelId="{AC32F45F-2ED2-4349-8AC4-66B0A4572EEC}" type="presParOf" srcId="{CCEA4963-A781-4C93-9D76-74658C242CD1}" destId="{72CAB495-D2F0-4217-AE20-0DC327D4D428}" srcOrd="1" destOrd="0" presId="urn:microsoft.com/office/officeart/2018/2/layout/IconVerticalSolidList"/>
    <dgm:cxn modelId="{752BE260-3F18-4F07-BDB6-016D6BF8A94E}" type="presParOf" srcId="{CCEA4963-A781-4C93-9D76-74658C242CD1}" destId="{FB692EED-5FC3-4B64-A476-B662BF5B2461}" srcOrd="2" destOrd="0" presId="urn:microsoft.com/office/officeart/2018/2/layout/IconVerticalSolidList"/>
    <dgm:cxn modelId="{14D198A2-7F70-4F94-9DAD-084EEC0CACBF}" type="presParOf" srcId="{CCEA4963-A781-4C93-9D76-74658C242CD1}" destId="{3558C174-259A-4200-A114-DF87A3DE0BB5}" srcOrd="3" destOrd="0" presId="urn:microsoft.com/office/officeart/2018/2/layout/IconVerticalSolidList"/>
    <dgm:cxn modelId="{6AD43589-DAED-4910-979E-E042381FCCB1}" type="presParOf" srcId="{42FAAD45-FAA7-40E9-8F7A-32248A5F84F4}" destId="{88A7C5FC-0D43-4B10-9779-BDA94ABB38F0}" srcOrd="3" destOrd="0" presId="urn:microsoft.com/office/officeart/2018/2/layout/IconVerticalSolidList"/>
    <dgm:cxn modelId="{3E9281AC-FB4A-4F2C-8622-94C4657AF7F2}" type="presParOf" srcId="{42FAAD45-FAA7-40E9-8F7A-32248A5F84F4}" destId="{41EA91D9-0EAE-4773-B80F-186356C1A558}" srcOrd="4" destOrd="0" presId="urn:microsoft.com/office/officeart/2018/2/layout/IconVerticalSolidList"/>
    <dgm:cxn modelId="{F5F98F7D-9518-4714-8850-68C302BCCC77}" type="presParOf" srcId="{41EA91D9-0EAE-4773-B80F-186356C1A558}" destId="{14F1A82E-981F-4877-8C5D-5910D881AB40}" srcOrd="0" destOrd="0" presId="urn:microsoft.com/office/officeart/2018/2/layout/IconVerticalSolidList"/>
    <dgm:cxn modelId="{F3E6559B-634A-4FDD-92AF-68FE66D78BF4}" type="presParOf" srcId="{41EA91D9-0EAE-4773-B80F-186356C1A558}" destId="{3299D8B8-1761-486E-8D38-5092A72B5EA8}" srcOrd="1" destOrd="0" presId="urn:microsoft.com/office/officeart/2018/2/layout/IconVerticalSolidList"/>
    <dgm:cxn modelId="{BC5FF3B3-3C11-463D-A3D7-F2675C921AEE}" type="presParOf" srcId="{41EA91D9-0EAE-4773-B80F-186356C1A558}" destId="{A34D6509-F6C1-41C9-A030-1AA28B97C820}" srcOrd="2" destOrd="0" presId="urn:microsoft.com/office/officeart/2018/2/layout/IconVerticalSolidList"/>
    <dgm:cxn modelId="{EDEE7595-9414-4EDE-B665-2D6F48A39D15}" type="presParOf" srcId="{41EA91D9-0EAE-4773-B80F-186356C1A558}" destId="{4AEBA5B1-1A74-4C2A-AD0F-7E09630229E5}" srcOrd="3" destOrd="0" presId="urn:microsoft.com/office/officeart/2018/2/layout/IconVerticalSolidList"/>
    <dgm:cxn modelId="{58F366B3-20F6-424B-B7DA-FA91AB6A9ED2}" type="presParOf" srcId="{42FAAD45-FAA7-40E9-8F7A-32248A5F84F4}" destId="{9C844946-D8B6-4D52-833F-20CC5605F46A}" srcOrd="5" destOrd="0" presId="urn:microsoft.com/office/officeart/2018/2/layout/IconVerticalSolidList"/>
    <dgm:cxn modelId="{68CD7BBF-061E-426C-AF78-D5FE4B39CC2E}" type="presParOf" srcId="{42FAAD45-FAA7-40E9-8F7A-32248A5F84F4}" destId="{EAF9987C-C1ED-4CBB-95B5-E05907D1828A}" srcOrd="6" destOrd="0" presId="urn:microsoft.com/office/officeart/2018/2/layout/IconVerticalSolidList"/>
    <dgm:cxn modelId="{7E28DA7D-D180-4884-ABF4-3B5FE50B0DF4}" type="presParOf" srcId="{EAF9987C-C1ED-4CBB-95B5-E05907D1828A}" destId="{9EF0E016-4632-414E-8E21-6724101B23AC}" srcOrd="0" destOrd="0" presId="urn:microsoft.com/office/officeart/2018/2/layout/IconVerticalSolidList"/>
    <dgm:cxn modelId="{CA46E7E2-A809-4E99-A048-C2D211701A0A}" type="presParOf" srcId="{EAF9987C-C1ED-4CBB-95B5-E05907D1828A}" destId="{23ABF5CE-F7BC-475C-A26A-E9F1D7CB2992}" srcOrd="1" destOrd="0" presId="urn:microsoft.com/office/officeart/2018/2/layout/IconVerticalSolidList"/>
    <dgm:cxn modelId="{842A3DC7-E537-4ECB-833C-1E0172C882F0}" type="presParOf" srcId="{EAF9987C-C1ED-4CBB-95B5-E05907D1828A}" destId="{3DF04643-0874-4250-B427-EBC890D33254}" srcOrd="2" destOrd="0" presId="urn:microsoft.com/office/officeart/2018/2/layout/IconVerticalSolidList"/>
    <dgm:cxn modelId="{F5B7E530-2FB4-4AE2-8227-B33875EEBEDC}" type="presParOf" srcId="{EAF9987C-C1ED-4CBB-95B5-E05907D1828A}" destId="{B9F75978-191A-4338-A7C5-D87D92B423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389205-29AE-4485-A83D-59A03AC276A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9A1C11-0AEE-44A4-9213-5CD8C69D1D38}">
      <dgm:prSet/>
      <dgm:spPr/>
      <dgm:t>
        <a:bodyPr/>
        <a:lstStyle/>
        <a:p>
          <a:r>
            <a:rPr lang="en-US"/>
            <a:t>Make repositories private by default.</a:t>
          </a:r>
        </a:p>
      </dgm:t>
    </dgm:pt>
    <dgm:pt modelId="{64F6EFD5-C689-475D-AE99-F650CE811C68}" type="parTrans" cxnId="{9D1C7C65-9F4B-47E4-918C-A047C4D95132}">
      <dgm:prSet/>
      <dgm:spPr/>
      <dgm:t>
        <a:bodyPr/>
        <a:lstStyle/>
        <a:p>
          <a:endParaRPr lang="en-US"/>
        </a:p>
      </dgm:t>
    </dgm:pt>
    <dgm:pt modelId="{E305DED3-AF6D-44B7-A2B7-24B053D6E78E}" type="sibTrans" cxnId="{9D1C7C65-9F4B-47E4-918C-A047C4D9513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E479871-31E4-4B4A-B47C-8548C837A369}">
      <dgm:prSet/>
      <dgm:spPr/>
      <dgm:t>
        <a:bodyPr/>
        <a:lstStyle/>
        <a:p>
          <a:r>
            <a:rPr lang="en-US"/>
            <a:t>Disable unnecessary features (e.g., forking, pull requests).</a:t>
          </a:r>
        </a:p>
      </dgm:t>
    </dgm:pt>
    <dgm:pt modelId="{D08F3657-AFF7-4435-8B7F-B4F4BD50911C}" type="parTrans" cxnId="{90C37FFD-3D3D-4D47-ABE4-4B7174A5CE4D}">
      <dgm:prSet/>
      <dgm:spPr/>
      <dgm:t>
        <a:bodyPr/>
        <a:lstStyle/>
        <a:p>
          <a:endParaRPr lang="en-US"/>
        </a:p>
      </dgm:t>
    </dgm:pt>
    <dgm:pt modelId="{FB394F1F-08D2-4E1C-942B-21A5D5C02CE3}" type="sibTrans" cxnId="{90C37FFD-3D3D-4D47-ABE4-4B7174A5CE4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13813A4-1063-4D9B-A7F5-A6135D23CEF2}">
      <dgm:prSet/>
      <dgm:spPr/>
      <dgm:t>
        <a:bodyPr/>
        <a:lstStyle/>
        <a:p>
          <a:r>
            <a:rPr lang="en-US"/>
            <a:t>Enforce signed commits to verify authorship.</a:t>
          </a:r>
        </a:p>
      </dgm:t>
    </dgm:pt>
    <dgm:pt modelId="{2DA1B8E6-8727-479A-9ED2-DBA62ABDCDF6}" type="parTrans" cxnId="{2774A4DF-86B0-472D-8177-13C638F8DF94}">
      <dgm:prSet/>
      <dgm:spPr/>
      <dgm:t>
        <a:bodyPr/>
        <a:lstStyle/>
        <a:p>
          <a:endParaRPr lang="en-US"/>
        </a:p>
      </dgm:t>
    </dgm:pt>
    <dgm:pt modelId="{66CBD801-29E6-4AD6-9CCE-5AEB2D4E49B3}" type="sibTrans" cxnId="{2774A4DF-86B0-472D-8177-13C638F8DF9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D6FF421-E05C-4255-951C-4BCBC25AB89A}">
      <dgm:prSet/>
      <dgm:spPr/>
      <dgm:t>
        <a:bodyPr/>
        <a:lstStyle/>
        <a:p>
          <a:r>
            <a:rPr lang="en-US"/>
            <a:t>Use branch protection rules to control changes.</a:t>
          </a:r>
        </a:p>
      </dgm:t>
    </dgm:pt>
    <dgm:pt modelId="{76A8015B-320A-419A-B16E-18E85BC5D1D8}" type="parTrans" cxnId="{870DAFAF-1678-40C5-A9F4-6A58DBCF1019}">
      <dgm:prSet/>
      <dgm:spPr/>
      <dgm:t>
        <a:bodyPr/>
        <a:lstStyle/>
        <a:p>
          <a:endParaRPr lang="en-US"/>
        </a:p>
      </dgm:t>
    </dgm:pt>
    <dgm:pt modelId="{E533D2DE-A806-499D-A9CF-6EA8E3F69FDD}" type="sibTrans" cxnId="{870DAFAF-1678-40C5-A9F4-6A58DBCF101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3D8BE9B-E0A1-404E-9114-CA2F466C8950}" type="pres">
      <dgm:prSet presAssocID="{7F389205-29AE-4485-A83D-59A03AC276AF}" presName="Name0" presStyleCnt="0">
        <dgm:presLayoutVars>
          <dgm:animLvl val="lvl"/>
          <dgm:resizeHandles val="exact"/>
        </dgm:presLayoutVars>
      </dgm:prSet>
      <dgm:spPr/>
    </dgm:pt>
    <dgm:pt modelId="{C02E5FEA-3970-46FE-BA8D-838DEC796926}" type="pres">
      <dgm:prSet presAssocID="{969A1C11-0AEE-44A4-9213-5CD8C69D1D38}" presName="compositeNode" presStyleCnt="0">
        <dgm:presLayoutVars>
          <dgm:bulletEnabled val="1"/>
        </dgm:presLayoutVars>
      </dgm:prSet>
      <dgm:spPr/>
    </dgm:pt>
    <dgm:pt modelId="{E7449ED1-8A40-4837-8DF2-CDA5ACCED841}" type="pres">
      <dgm:prSet presAssocID="{969A1C11-0AEE-44A4-9213-5CD8C69D1D38}" presName="bgRect" presStyleLbl="bgAccFollowNode1" presStyleIdx="0" presStyleCnt="4"/>
      <dgm:spPr/>
    </dgm:pt>
    <dgm:pt modelId="{C315ADBE-0D67-4AC3-8CB5-9FEC04A4D945}" type="pres">
      <dgm:prSet presAssocID="{E305DED3-AF6D-44B7-A2B7-24B053D6E78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39E192B-055B-436B-B4D4-C21629ADA5C0}" type="pres">
      <dgm:prSet presAssocID="{969A1C11-0AEE-44A4-9213-5CD8C69D1D38}" presName="bottomLine" presStyleLbl="alignNode1" presStyleIdx="1" presStyleCnt="8">
        <dgm:presLayoutVars/>
      </dgm:prSet>
      <dgm:spPr/>
    </dgm:pt>
    <dgm:pt modelId="{61A258C0-6D29-4CE3-82E2-EAE8D20DE4FB}" type="pres">
      <dgm:prSet presAssocID="{969A1C11-0AEE-44A4-9213-5CD8C69D1D38}" presName="nodeText" presStyleLbl="bgAccFollowNode1" presStyleIdx="0" presStyleCnt="4">
        <dgm:presLayoutVars>
          <dgm:bulletEnabled val="1"/>
        </dgm:presLayoutVars>
      </dgm:prSet>
      <dgm:spPr/>
    </dgm:pt>
    <dgm:pt modelId="{9D094DC5-779F-4CBA-977A-36BE0BD61324}" type="pres">
      <dgm:prSet presAssocID="{E305DED3-AF6D-44B7-A2B7-24B053D6E78E}" presName="sibTrans" presStyleCnt="0"/>
      <dgm:spPr/>
    </dgm:pt>
    <dgm:pt modelId="{A0D1CD9E-0A47-447D-9553-0E4A4894CF73}" type="pres">
      <dgm:prSet presAssocID="{8E479871-31E4-4B4A-B47C-8548C837A369}" presName="compositeNode" presStyleCnt="0">
        <dgm:presLayoutVars>
          <dgm:bulletEnabled val="1"/>
        </dgm:presLayoutVars>
      </dgm:prSet>
      <dgm:spPr/>
    </dgm:pt>
    <dgm:pt modelId="{B71F9A3F-C93E-466C-BDE0-30930FFD19B7}" type="pres">
      <dgm:prSet presAssocID="{8E479871-31E4-4B4A-B47C-8548C837A369}" presName="bgRect" presStyleLbl="bgAccFollowNode1" presStyleIdx="1" presStyleCnt="4"/>
      <dgm:spPr/>
    </dgm:pt>
    <dgm:pt modelId="{F8DA315C-D988-4773-AFF0-5213C919F725}" type="pres">
      <dgm:prSet presAssocID="{FB394F1F-08D2-4E1C-942B-21A5D5C02CE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F827633-FD41-4E41-9E01-CEBE7CA3174B}" type="pres">
      <dgm:prSet presAssocID="{8E479871-31E4-4B4A-B47C-8548C837A369}" presName="bottomLine" presStyleLbl="alignNode1" presStyleIdx="3" presStyleCnt="8">
        <dgm:presLayoutVars/>
      </dgm:prSet>
      <dgm:spPr/>
    </dgm:pt>
    <dgm:pt modelId="{0583F478-8072-444D-8535-3976C91A796A}" type="pres">
      <dgm:prSet presAssocID="{8E479871-31E4-4B4A-B47C-8548C837A369}" presName="nodeText" presStyleLbl="bgAccFollowNode1" presStyleIdx="1" presStyleCnt="4">
        <dgm:presLayoutVars>
          <dgm:bulletEnabled val="1"/>
        </dgm:presLayoutVars>
      </dgm:prSet>
      <dgm:spPr/>
    </dgm:pt>
    <dgm:pt modelId="{2409F465-BF53-4040-8EED-C773BD98EA0F}" type="pres">
      <dgm:prSet presAssocID="{FB394F1F-08D2-4E1C-942B-21A5D5C02CE3}" presName="sibTrans" presStyleCnt="0"/>
      <dgm:spPr/>
    </dgm:pt>
    <dgm:pt modelId="{5E828D2B-068F-417E-9FBC-C89552666472}" type="pres">
      <dgm:prSet presAssocID="{313813A4-1063-4D9B-A7F5-A6135D23CEF2}" presName="compositeNode" presStyleCnt="0">
        <dgm:presLayoutVars>
          <dgm:bulletEnabled val="1"/>
        </dgm:presLayoutVars>
      </dgm:prSet>
      <dgm:spPr/>
    </dgm:pt>
    <dgm:pt modelId="{33DAAD08-F346-46EB-B835-3DF1C5C6D4C1}" type="pres">
      <dgm:prSet presAssocID="{313813A4-1063-4D9B-A7F5-A6135D23CEF2}" presName="bgRect" presStyleLbl="bgAccFollowNode1" presStyleIdx="2" presStyleCnt="4"/>
      <dgm:spPr/>
    </dgm:pt>
    <dgm:pt modelId="{52183261-E116-496E-964F-943F012DD2A3}" type="pres">
      <dgm:prSet presAssocID="{66CBD801-29E6-4AD6-9CCE-5AEB2D4E49B3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4783A57-2325-4385-A0A3-E8445E533B4D}" type="pres">
      <dgm:prSet presAssocID="{313813A4-1063-4D9B-A7F5-A6135D23CEF2}" presName="bottomLine" presStyleLbl="alignNode1" presStyleIdx="5" presStyleCnt="8">
        <dgm:presLayoutVars/>
      </dgm:prSet>
      <dgm:spPr/>
    </dgm:pt>
    <dgm:pt modelId="{72D28CA1-26A2-41E6-94C6-CC5CEBE525B9}" type="pres">
      <dgm:prSet presAssocID="{313813A4-1063-4D9B-A7F5-A6135D23CEF2}" presName="nodeText" presStyleLbl="bgAccFollowNode1" presStyleIdx="2" presStyleCnt="4">
        <dgm:presLayoutVars>
          <dgm:bulletEnabled val="1"/>
        </dgm:presLayoutVars>
      </dgm:prSet>
      <dgm:spPr/>
    </dgm:pt>
    <dgm:pt modelId="{2D68DEC1-7C6B-41A9-8193-BF44DF6A5CDE}" type="pres">
      <dgm:prSet presAssocID="{66CBD801-29E6-4AD6-9CCE-5AEB2D4E49B3}" presName="sibTrans" presStyleCnt="0"/>
      <dgm:spPr/>
    </dgm:pt>
    <dgm:pt modelId="{37E86077-8E0D-4E3E-9A32-E96F91EB5A15}" type="pres">
      <dgm:prSet presAssocID="{FD6FF421-E05C-4255-951C-4BCBC25AB89A}" presName="compositeNode" presStyleCnt="0">
        <dgm:presLayoutVars>
          <dgm:bulletEnabled val="1"/>
        </dgm:presLayoutVars>
      </dgm:prSet>
      <dgm:spPr/>
    </dgm:pt>
    <dgm:pt modelId="{12BEE21C-757B-48BA-9483-3FBCE754DF39}" type="pres">
      <dgm:prSet presAssocID="{FD6FF421-E05C-4255-951C-4BCBC25AB89A}" presName="bgRect" presStyleLbl="bgAccFollowNode1" presStyleIdx="3" presStyleCnt="4"/>
      <dgm:spPr/>
    </dgm:pt>
    <dgm:pt modelId="{717C9C24-936B-4D8A-81A8-97CFB8137A6F}" type="pres">
      <dgm:prSet presAssocID="{E533D2DE-A806-499D-A9CF-6EA8E3F69FDD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7EFD0ED-01E0-4F3E-B2E1-AD39301B83C3}" type="pres">
      <dgm:prSet presAssocID="{FD6FF421-E05C-4255-951C-4BCBC25AB89A}" presName="bottomLine" presStyleLbl="alignNode1" presStyleIdx="7" presStyleCnt="8">
        <dgm:presLayoutVars/>
      </dgm:prSet>
      <dgm:spPr/>
    </dgm:pt>
    <dgm:pt modelId="{7928BEF4-6C37-4207-8E3A-6D46520CB481}" type="pres">
      <dgm:prSet presAssocID="{FD6FF421-E05C-4255-951C-4BCBC25AB89A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EBF6F00-6A80-4A82-A91F-E7B86EC0AFA5}" type="presOf" srcId="{969A1C11-0AEE-44A4-9213-5CD8C69D1D38}" destId="{61A258C0-6D29-4CE3-82E2-EAE8D20DE4FB}" srcOrd="1" destOrd="0" presId="urn:microsoft.com/office/officeart/2016/7/layout/BasicLinearProcessNumbered"/>
    <dgm:cxn modelId="{2CB21C1F-E330-463F-8A99-AF39395AB656}" type="presOf" srcId="{66CBD801-29E6-4AD6-9CCE-5AEB2D4E49B3}" destId="{52183261-E116-496E-964F-943F012DD2A3}" srcOrd="0" destOrd="0" presId="urn:microsoft.com/office/officeart/2016/7/layout/BasicLinearProcessNumbered"/>
    <dgm:cxn modelId="{9D1C7C65-9F4B-47E4-918C-A047C4D95132}" srcId="{7F389205-29AE-4485-A83D-59A03AC276AF}" destId="{969A1C11-0AEE-44A4-9213-5CD8C69D1D38}" srcOrd="0" destOrd="0" parTransId="{64F6EFD5-C689-475D-AE99-F650CE811C68}" sibTransId="{E305DED3-AF6D-44B7-A2B7-24B053D6E78E}"/>
    <dgm:cxn modelId="{67E6A97B-27C0-490B-9AEA-FCEBDCAA4DF1}" type="presOf" srcId="{FD6FF421-E05C-4255-951C-4BCBC25AB89A}" destId="{12BEE21C-757B-48BA-9483-3FBCE754DF39}" srcOrd="0" destOrd="0" presId="urn:microsoft.com/office/officeart/2016/7/layout/BasicLinearProcessNumbered"/>
    <dgm:cxn modelId="{6BB6998F-8E3C-46DA-BE82-26D9696F7790}" type="presOf" srcId="{FB394F1F-08D2-4E1C-942B-21A5D5C02CE3}" destId="{F8DA315C-D988-4773-AFF0-5213C919F725}" srcOrd="0" destOrd="0" presId="urn:microsoft.com/office/officeart/2016/7/layout/BasicLinearProcessNumbered"/>
    <dgm:cxn modelId="{1DF0309B-17CE-40FC-B8EA-571FE5DD775E}" type="presOf" srcId="{8E479871-31E4-4B4A-B47C-8548C837A369}" destId="{0583F478-8072-444D-8535-3976C91A796A}" srcOrd="1" destOrd="0" presId="urn:microsoft.com/office/officeart/2016/7/layout/BasicLinearProcessNumbered"/>
    <dgm:cxn modelId="{870DAFAF-1678-40C5-A9F4-6A58DBCF1019}" srcId="{7F389205-29AE-4485-A83D-59A03AC276AF}" destId="{FD6FF421-E05C-4255-951C-4BCBC25AB89A}" srcOrd="3" destOrd="0" parTransId="{76A8015B-320A-419A-B16E-18E85BC5D1D8}" sibTransId="{E533D2DE-A806-499D-A9CF-6EA8E3F69FDD}"/>
    <dgm:cxn modelId="{9EACFFBE-815C-4B71-B022-CDD470255FEA}" type="presOf" srcId="{E305DED3-AF6D-44B7-A2B7-24B053D6E78E}" destId="{C315ADBE-0D67-4AC3-8CB5-9FEC04A4D945}" srcOrd="0" destOrd="0" presId="urn:microsoft.com/office/officeart/2016/7/layout/BasicLinearProcessNumbered"/>
    <dgm:cxn modelId="{268F3AC1-553B-4B6C-8E8D-17F85A5212FA}" type="presOf" srcId="{313813A4-1063-4D9B-A7F5-A6135D23CEF2}" destId="{72D28CA1-26A2-41E6-94C6-CC5CEBE525B9}" srcOrd="1" destOrd="0" presId="urn:microsoft.com/office/officeart/2016/7/layout/BasicLinearProcessNumbered"/>
    <dgm:cxn modelId="{83E6C2CB-3BCB-4AC0-90D0-5537B0A1F6BE}" type="presOf" srcId="{8E479871-31E4-4B4A-B47C-8548C837A369}" destId="{B71F9A3F-C93E-466C-BDE0-30930FFD19B7}" srcOrd="0" destOrd="0" presId="urn:microsoft.com/office/officeart/2016/7/layout/BasicLinearProcessNumbered"/>
    <dgm:cxn modelId="{156CFFD4-D7D5-4C82-A3F6-FECD3FD22D40}" type="presOf" srcId="{969A1C11-0AEE-44A4-9213-5CD8C69D1D38}" destId="{E7449ED1-8A40-4837-8DF2-CDA5ACCED841}" srcOrd="0" destOrd="0" presId="urn:microsoft.com/office/officeart/2016/7/layout/BasicLinearProcessNumbered"/>
    <dgm:cxn modelId="{2774A4DF-86B0-472D-8177-13C638F8DF94}" srcId="{7F389205-29AE-4485-A83D-59A03AC276AF}" destId="{313813A4-1063-4D9B-A7F5-A6135D23CEF2}" srcOrd="2" destOrd="0" parTransId="{2DA1B8E6-8727-479A-9ED2-DBA62ABDCDF6}" sibTransId="{66CBD801-29E6-4AD6-9CCE-5AEB2D4E49B3}"/>
    <dgm:cxn modelId="{E535F4E3-EE78-48D3-8CFD-768C6E24BD33}" type="presOf" srcId="{E533D2DE-A806-499D-A9CF-6EA8E3F69FDD}" destId="{717C9C24-936B-4D8A-81A8-97CFB8137A6F}" srcOrd="0" destOrd="0" presId="urn:microsoft.com/office/officeart/2016/7/layout/BasicLinearProcessNumbered"/>
    <dgm:cxn modelId="{8610F2F3-909B-4FA8-842F-3D2A7BF8B639}" type="presOf" srcId="{313813A4-1063-4D9B-A7F5-A6135D23CEF2}" destId="{33DAAD08-F346-46EB-B835-3DF1C5C6D4C1}" srcOrd="0" destOrd="0" presId="urn:microsoft.com/office/officeart/2016/7/layout/BasicLinearProcessNumbered"/>
    <dgm:cxn modelId="{2B56A2F5-0B78-4B0D-93AD-741295EB1616}" type="presOf" srcId="{FD6FF421-E05C-4255-951C-4BCBC25AB89A}" destId="{7928BEF4-6C37-4207-8E3A-6D46520CB481}" srcOrd="1" destOrd="0" presId="urn:microsoft.com/office/officeart/2016/7/layout/BasicLinearProcessNumbered"/>
    <dgm:cxn modelId="{63D112F9-5D82-417F-B875-231CA1561378}" type="presOf" srcId="{7F389205-29AE-4485-A83D-59A03AC276AF}" destId="{43D8BE9B-E0A1-404E-9114-CA2F466C8950}" srcOrd="0" destOrd="0" presId="urn:microsoft.com/office/officeart/2016/7/layout/BasicLinearProcessNumbered"/>
    <dgm:cxn modelId="{90C37FFD-3D3D-4D47-ABE4-4B7174A5CE4D}" srcId="{7F389205-29AE-4485-A83D-59A03AC276AF}" destId="{8E479871-31E4-4B4A-B47C-8548C837A369}" srcOrd="1" destOrd="0" parTransId="{D08F3657-AFF7-4435-8B7F-B4F4BD50911C}" sibTransId="{FB394F1F-08D2-4E1C-942B-21A5D5C02CE3}"/>
    <dgm:cxn modelId="{49911BF2-FD41-4DA0-AD8D-F97FB0A16931}" type="presParOf" srcId="{43D8BE9B-E0A1-404E-9114-CA2F466C8950}" destId="{C02E5FEA-3970-46FE-BA8D-838DEC796926}" srcOrd="0" destOrd="0" presId="urn:microsoft.com/office/officeart/2016/7/layout/BasicLinearProcessNumbered"/>
    <dgm:cxn modelId="{9C0CA36D-49F9-4314-B6B5-4B839AE3CE38}" type="presParOf" srcId="{C02E5FEA-3970-46FE-BA8D-838DEC796926}" destId="{E7449ED1-8A40-4837-8DF2-CDA5ACCED841}" srcOrd="0" destOrd="0" presId="urn:microsoft.com/office/officeart/2016/7/layout/BasicLinearProcessNumbered"/>
    <dgm:cxn modelId="{51CC13C1-B359-48F1-B1C5-8E79AFF9B4E2}" type="presParOf" srcId="{C02E5FEA-3970-46FE-BA8D-838DEC796926}" destId="{C315ADBE-0D67-4AC3-8CB5-9FEC04A4D945}" srcOrd="1" destOrd="0" presId="urn:microsoft.com/office/officeart/2016/7/layout/BasicLinearProcessNumbered"/>
    <dgm:cxn modelId="{0FBF5D2B-1706-4155-9BD5-C5AF126C7F61}" type="presParOf" srcId="{C02E5FEA-3970-46FE-BA8D-838DEC796926}" destId="{B39E192B-055B-436B-B4D4-C21629ADA5C0}" srcOrd="2" destOrd="0" presId="urn:microsoft.com/office/officeart/2016/7/layout/BasicLinearProcessNumbered"/>
    <dgm:cxn modelId="{6E079DF6-6C25-4736-BE51-A96987CDF996}" type="presParOf" srcId="{C02E5FEA-3970-46FE-BA8D-838DEC796926}" destId="{61A258C0-6D29-4CE3-82E2-EAE8D20DE4FB}" srcOrd="3" destOrd="0" presId="urn:microsoft.com/office/officeart/2016/7/layout/BasicLinearProcessNumbered"/>
    <dgm:cxn modelId="{65EA03B8-58B6-4D01-9A15-FC843E008921}" type="presParOf" srcId="{43D8BE9B-E0A1-404E-9114-CA2F466C8950}" destId="{9D094DC5-779F-4CBA-977A-36BE0BD61324}" srcOrd="1" destOrd="0" presId="urn:microsoft.com/office/officeart/2016/7/layout/BasicLinearProcessNumbered"/>
    <dgm:cxn modelId="{FEA40496-5952-486A-9D9B-2B0BD59723B1}" type="presParOf" srcId="{43D8BE9B-E0A1-404E-9114-CA2F466C8950}" destId="{A0D1CD9E-0A47-447D-9553-0E4A4894CF73}" srcOrd="2" destOrd="0" presId="urn:microsoft.com/office/officeart/2016/7/layout/BasicLinearProcessNumbered"/>
    <dgm:cxn modelId="{F5A40755-8151-4C5A-A331-5BAA771DF8F0}" type="presParOf" srcId="{A0D1CD9E-0A47-447D-9553-0E4A4894CF73}" destId="{B71F9A3F-C93E-466C-BDE0-30930FFD19B7}" srcOrd="0" destOrd="0" presId="urn:microsoft.com/office/officeart/2016/7/layout/BasicLinearProcessNumbered"/>
    <dgm:cxn modelId="{EBDB4358-F395-4DF8-BFE0-05FEB7C0BD45}" type="presParOf" srcId="{A0D1CD9E-0A47-447D-9553-0E4A4894CF73}" destId="{F8DA315C-D988-4773-AFF0-5213C919F725}" srcOrd="1" destOrd="0" presId="urn:microsoft.com/office/officeart/2016/7/layout/BasicLinearProcessNumbered"/>
    <dgm:cxn modelId="{063410DD-DBA2-450C-9656-B8FDAA91A39B}" type="presParOf" srcId="{A0D1CD9E-0A47-447D-9553-0E4A4894CF73}" destId="{DF827633-FD41-4E41-9E01-CEBE7CA3174B}" srcOrd="2" destOrd="0" presId="urn:microsoft.com/office/officeart/2016/7/layout/BasicLinearProcessNumbered"/>
    <dgm:cxn modelId="{2A030528-3766-4704-AB16-E10DE1460697}" type="presParOf" srcId="{A0D1CD9E-0A47-447D-9553-0E4A4894CF73}" destId="{0583F478-8072-444D-8535-3976C91A796A}" srcOrd="3" destOrd="0" presId="urn:microsoft.com/office/officeart/2016/7/layout/BasicLinearProcessNumbered"/>
    <dgm:cxn modelId="{08AA5076-4639-47D0-8C07-1BDEE46B2F1C}" type="presParOf" srcId="{43D8BE9B-E0A1-404E-9114-CA2F466C8950}" destId="{2409F465-BF53-4040-8EED-C773BD98EA0F}" srcOrd="3" destOrd="0" presId="urn:microsoft.com/office/officeart/2016/7/layout/BasicLinearProcessNumbered"/>
    <dgm:cxn modelId="{78407C84-57C2-4BC7-B5C7-E4226808CBCC}" type="presParOf" srcId="{43D8BE9B-E0A1-404E-9114-CA2F466C8950}" destId="{5E828D2B-068F-417E-9FBC-C89552666472}" srcOrd="4" destOrd="0" presId="urn:microsoft.com/office/officeart/2016/7/layout/BasicLinearProcessNumbered"/>
    <dgm:cxn modelId="{858B2191-19E0-4BAC-816A-1B7863F93D8B}" type="presParOf" srcId="{5E828D2B-068F-417E-9FBC-C89552666472}" destId="{33DAAD08-F346-46EB-B835-3DF1C5C6D4C1}" srcOrd="0" destOrd="0" presId="urn:microsoft.com/office/officeart/2016/7/layout/BasicLinearProcessNumbered"/>
    <dgm:cxn modelId="{2550B03C-7C61-4167-A4AE-D64B8BBE602F}" type="presParOf" srcId="{5E828D2B-068F-417E-9FBC-C89552666472}" destId="{52183261-E116-496E-964F-943F012DD2A3}" srcOrd="1" destOrd="0" presId="urn:microsoft.com/office/officeart/2016/7/layout/BasicLinearProcessNumbered"/>
    <dgm:cxn modelId="{0CDB655C-2E3A-400E-B776-09F086C4E6E4}" type="presParOf" srcId="{5E828D2B-068F-417E-9FBC-C89552666472}" destId="{84783A57-2325-4385-A0A3-E8445E533B4D}" srcOrd="2" destOrd="0" presId="urn:microsoft.com/office/officeart/2016/7/layout/BasicLinearProcessNumbered"/>
    <dgm:cxn modelId="{678573C3-47E8-446B-A989-FD0EC9B6B03F}" type="presParOf" srcId="{5E828D2B-068F-417E-9FBC-C89552666472}" destId="{72D28CA1-26A2-41E6-94C6-CC5CEBE525B9}" srcOrd="3" destOrd="0" presId="urn:microsoft.com/office/officeart/2016/7/layout/BasicLinearProcessNumbered"/>
    <dgm:cxn modelId="{96397232-2630-4BD4-BC2B-AE765713DA11}" type="presParOf" srcId="{43D8BE9B-E0A1-404E-9114-CA2F466C8950}" destId="{2D68DEC1-7C6B-41A9-8193-BF44DF6A5CDE}" srcOrd="5" destOrd="0" presId="urn:microsoft.com/office/officeart/2016/7/layout/BasicLinearProcessNumbered"/>
    <dgm:cxn modelId="{967882B6-9441-429E-B769-778C0075831A}" type="presParOf" srcId="{43D8BE9B-E0A1-404E-9114-CA2F466C8950}" destId="{37E86077-8E0D-4E3E-9A32-E96F91EB5A15}" srcOrd="6" destOrd="0" presId="urn:microsoft.com/office/officeart/2016/7/layout/BasicLinearProcessNumbered"/>
    <dgm:cxn modelId="{9F84FB60-3457-4C7D-8DD4-E9251AFC5FE4}" type="presParOf" srcId="{37E86077-8E0D-4E3E-9A32-E96F91EB5A15}" destId="{12BEE21C-757B-48BA-9483-3FBCE754DF39}" srcOrd="0" destOrd="0" presId="urn:microsoft.com/office/officeart/2016/7/layout/BasicLinearProcessNumbered"/>
    <dgm:cxn modelId="{97AE8C8D-DA97-429C-B86A-A3FFDDDFFF20}" type="presParOf" srcId="{37E86077-8E0D-4E3E-9A32-E96F91EB5A15}" destId="{717C9C24-936B-4D8A-81A8-97CFB8137A6F}" srcOrd="1" destOrd="0" presId="urn:microsoft.com/office/officeart/2016/7/layout/BasicLinearProcessNumbered"/>
    <dgm:cxn modelId="{2CAB4075-145D-4599-A231-ECF8740AEEF7}" type="presParOf" srcId="{37E86077-8E0D-4E3E-9A32-E96F91EB5A15}" destId="{E7EFD0ED-01E0-4F3E-B2E1-AD39301B83C3}" srcOrd="2" destOrd="0" presId="urn:microsoft.com/office/officeart/2016/7/layout/BasicLinearProcessNumbered"/>
    <dgm:cxn modelId="{F270A825-8D97-464B-8031-9958C54F33BB}" type="presParOf" srcId="{37E86077-8E0D-4E3E-9A32-E96F91EB5A15}" destId="{7928BEF4-6C37-4207-8E3A-6D46520CB48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740D33-427D-41B3-96F4-ED7EDEAFF065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A74E78-FE0C-41BA-984C-1C412BC00E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Integrate tools like GitHub Dependabot and Snyk.</a:t>
          </a:r>
        </a:p>
      </dgm:t>
    </dgm:pt>
    <dgm:pt modelId="{BF105213-8176-413E-857E-9FE5FB1A2460}" type="parTrans" cxnId="{63588882-3138-4E6F-A72B-822B5D7DC10C}">
      <dgm:prSet/>
      <dgm:spPr/>
      <dgm:t>
        <a:bodyPr/>
        <a:lstStyle/>
        <a:p>
          <a:endParaRPr lang="en-US"/>
        </a:p>
      </dgm:t>
    </dgm:pt>
    <dgm:pt modelId="{849A9B1A-D819-4F5E-AFAD-451933A96299}" type="sibTrans" cxnId="{63588882-3138-4E6F-A72B-822B5D7DC10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C549FC71-E62A-42C2-B9C3-CEA89F54B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Automatically scan for vulnerable dependencies.</a:t>
          </a:r>
        </a:p>
      </dgm:t>
    </dgm:pt>
    <dgm:pt modelId="{644173E5-DA37-45E4-A66A-5DBDB26577FC}" type="parTrans" cxnId="{527C3A99-A051-4BCF-8970-68A120C9C426}">
      <dgm:prSet/>
      <dgm:spPr/>
      <dgm:t>
        <a:bodyPr/>
        <a:lstStyle/>
        <a:p>
          <a:endParaRPr lang="en-US"/>
        </a:p>
      </dgm:t>
    </dgm:pt>
    <dgm:pt modelId="{78805A4C-7233-44D0-87A1-9CF12DBE72D8}" type="sibTrans" cxnId="{527C3A99-A051-4BCF-8970-68A120C9C426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27F42800-7BBD-4789-B19D-63C40F8173D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Schedule regular static analysis checks.</a:t>
          </a:r>
        </a:p>
      </dgm:t>
    </dgm:pt>
    <dgm:pt modelId="{7F2BE051-AF79-4F1F-AD27-639B8155D84B}" type="parTrans" cxnId="{FE80A085-A031-45FE-AF5B-B847D7D81BA0}">
      <dgm:prSet/>
      <dgm:spPr/>
      <dgm:t>
        <a:bodyPr/>
        <a:lstStyle/>
        <a:p>
          <a:endParaRPr lang="en-US"/>
        </a:p>
      </dgm:t>
    </dgm:pt>
    <dgm:pt modelId="{6BC305B9-ED2C-4522-859C-7FB93860F36F}" type="sibTrans" cxnId="{FE80A085-A031-45FE-AF5B-B847D7D81BA0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71283845-C5F3-4A3F-99B6-6ED68A4974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Apply security linters during CI/CD.</a:t>
          </a:r>
        </a:p>
      </dgm:t>
    </dgm:pt>
    <dgm:pt modelId="{1DB48BDF-408A-4214-AD68-D3D5252E3ED9}" type="parTrans" cxnId="{4DF6D729-EE35-4574-8E23-031C95888082}">
      <dgm:prSet/>
      <dgm:spPr/>
      <dgm:t>
        <a:bodyPr/>
        <a:lstStyle/>
        <a:p>
          <a:endParaRPr lang="en-US"/>
        </a:p>
      </dgm:t>
    </dgm:pt>
    <dgm:pt modelId="{66FD29EF-BD20-49E5-9B06-02C5B7DCA95E}" type="sibTrans" cxnId="{4DF6D729-EE35-4574-8E23-031C95888082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0D81C49B-7490-408A-BF44-09C3780BCC6B}" type="pres">
      <dgm:prSet presAssocID="{71740D33-427D-41B3-96F4-ED7EDEAFF065}" presName="Name0" presStyleCnt="0">
        <dgm:presLayoutVars>
          <dgm:animLvl val="lvl"/>
          <dgm:resizeHandles val="exact"/>
        </dgm:presLayoutVars>
      </dgm:prSet>
      <dgm:spPr/>
    </dgm:pt>
    <dgm:pt modelId="{C95A5E8F-9F94-4E97-93A1-C6ED3CFBE91F}" type="pres">
      <dgm:prSet presAssocID="{E9A74E78-FE0C-41BA-984C-1C412BC00E4F}" presName="compositeNode" presStyleCnt="0">
        <dgm:presLayoutVars>
          <dgm:bulletEnabled val="1"/>
        </dgm:presLayoutVars>
      </dgm:prSet>
      <dgm:spPr/>
    </dgm:pt>
    <dgm:pt modelId="{44A593D1-B08F-49BF-807D-C366320F10D8}" type="pres">
      <dgm:prSet presAssocID="{E9A74E78-FE0C-41BA-984C-1C412BC00E4F}" presName="bgRect" presStyleLbl="alignNode1" presStyleIdx="0" presStyleCnt="4"/>
      <dgm:spPr/>
    </dgm:pt>
    <dgm:pt modelId="{0E07B278-F9D4-44C2-BA14-3549FE6DEE09}" type="pres">
      <dgm:prSet presAssocID="{849A9B1A-D819-4F5E-AFAD-451933A9629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3FCB54F-D653-4E18-9A3A-A1B8A9603C09}" type="pres">
      <dgm:prSet presAssocID="{E9A74E78-FE0C-41BA-984C-1C412BC00E4F}" presName="nodeRect" presStyleLbl="alignNode1" presStyleIdx="0" presStyleCnt="4">
        <dgm:presLayoutVars>
          <dgm:bulletEnabled val="1"/>
        </dgm:presLayoutVars>
      </dgm:prSet>
      <dgm:spPr/>
    </dgm:pt>
    <dgm:pt modelId="{F5E5A48E-9AC9-46EC-97C6-3D24A35F9D99}" type="pres">
      <dgm:prSet presAssocID="{849A9B1A-D819-4F5E-AFAD-451933A96299}" presName="sibTrans" presStyleCnt="0"/>
      <dgm:spPr/>
    </dgm:pt>
    <dgm:pt modelId="{7FEC3986-D855-4443-97AD-7BC1CFDB83D6}" type="pres">
      <dgm:prSet presAssocID="{C549FC71-E62A-42C2-B9C3-CEA89F54B46F}" presName="compositeNode" presStyleCnt="0">
        <dgm:presLayoutVars>
          <dgm:bulletEnabled val="1"/>
        </dgm:presLayoutVars>
      </dgm:prSet>
      <dgm:spPr/>
    </dgm:pt>
    <dgm:pt modelId="{A30DB690-7E87-4426-8514-9B552F8342CC}" type="pres">
      <dgm:prSet presAssocID="{C549FC71-E62A-42C2-B9C3-CEA89F54B46F}" presName="bgRect" presStyleLbl="alignNode1" presStyleIdx="1" presStyleCnt="4" custScaleX="115733" custScaleY="101433"/>
      <dgm:spPr/>
    </dgm:pt>
    <dgm:pt modelId="{59905D55-8970-4726-8913-423DEF8DCBA5}" type="pres">
      <dgm:prSet presAssocID="{78805A4C-7233-44D0-87A1-9CF12DBE72D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06FB5979-28DD-46C3-8CC9-1355093A6746}" type="pres">
      <dgm:prSet presAssocID="{C549FC71-E62A-42C2-B9C3-CEA89F54B46F}" presName="nodeRect" presStyleLbl="alignNode1" presStyleIdx="1" presStyleCnt="4">
        <dgm:presLayoutVars>
          <dgm:bulletEnabled val="1"/>
        </dgm:presLayoutVars>
      </dgm:prSet>
      <dgm:spPr/>
    </dgm:pt>
    <dgm:pt modelId="{8D45BBB7-2712-4FFF-A1C0-2D180488CBB4}" type="pres">
      <dgm:prSet presAssocID="{78805A4C-7233-44D0-87A1-9CF12DBE72D8}" presName="sibTrans" presStyleCnt="0"/>
      <dgm:spPr/>
    </dgm:pt>
    <dgm:pt modelId="{BFDFE3F5-663D-4AC5-BAA0-EAC383773431}" type="pres">
      <dgm:prSet presAssocID="{27F42800-7BBD-4789-B19D-63C40F8173DE}" presName="compositeNode" presStyleCnt="0">
        <dgm:presLayoutVars>
          <dgm:bulletEnabled val="1"/>
        </dgm:presLayoutVars>
      </dgm:prSet>
      <dgm:spPr/>
    </dgm:pt>
    <dgm:pt modelId="{A9E9AA05-0874-4217-A03C-4F2DEC7263D2}" type="pres">
      <dgm:prSet presAssocID="{27F42800-7BBD-4789-B19D-63C40F8173DE}" presName="bgRect" presStyleLbl="alignNode1" presStyleIdx="2" presStyleCnt="4"/>
      <dgm:spPr/>
    </dgm:pt>
    <dgm:pt modelId="{9AA27A07-29D7-4D2C-8E0A-808CF95E3203}" type="pres">
      <dgm:prSet presAssocID="{6BC305B9-ED2C-4522-859C-7FB93860F36F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3AB4CCE8-42E6-41CA-B504-5943F5C7A0F8}" type="pres">
      <dgm:prSet presAssocID="{27F42800-7BBD-4789-B19D-63C40F8173DE}" presName="nodeRect" presStyleLbl="alignNode1" presStyleIdx="2" presStyleCnt="4">
        <dgm:presLayoutVars>
          <dgm:bulletEnabled val="1"/>
        </dgm:presLayoutVars>
      </dgm:prSet>
      <dgm:spPr/>
    </dgm:pt>
    <dgm:pt modelId="{59E53393-73B2-49FB-B725-493776BC3DD8}" type="pres">
      <dgm:prSet presAssocID="{6BC305B9-ED2C-4522-859C-7FB93860F36F}" presName="sibTrans" presStyleCnt="0"/>
      <dgm:spPr/>
    </dgm:pt>
    <dgm:pt modelId="{5E3F897A-BCB9-4AD1-B9E8-698A0C174C4E}" type="pres">
      <dgm:prSet presAssocID="{71283845-C5F3-4A3F-99B6-6ED68A497425}" presName="compositeNode" presStyleCnt="0">
        <dgm:presLayoutVars>
          <dgm:bulletEnabled val="1"/>
        </dgm:presLayoutVars>
      </dgm:prSet>
      <dgm:spPr/>
    </dgm:pt>
    <dgm:pt modelId="{0C24CC77-8A81-4B6F-BBB2-0026EFBC4B0D}" type="pres">
      <dgm:prSet presAssocID="{71283845-C5F3-4A3F-99B6-6ED68A497425}" presName="bgRect" presStyleLbl="alignNode1" presStyleIdx="3" presStyleCnt="4"/>
      <dgm:spPr/>
    </dgm:pt>
    <dgm:pt modelId="{B8E97752-B7DE-4BD6-AF71-F5918333F9B9}" type="pres">
      <dgm:prSet presAssocID="{66FD29EF-BD20-49E5-9B06-02C5B7DCA95E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B839D91B-8394-4B57-9B8E-183C1E3B1D60}" type="pres">
      <dgm:prSet presAssocID="{71283845-C5F3-4A3F-99B6-6ED68A497425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DF6D729-EE35-4574-8E23-031C95888082}" srcId="{71740D33-427D-41B3-96F4-ED7EDEAFF065}" destId="{71283845-C5F3-4A3F-99B6-6ED68A497425}" srcOrd="3" destOrd="0" parTransId="{1DB48BDF-408A-4214-AD68-D3D5252E3ED9}" sibTransId="{66FD29EF-BD20-49E5-9B06-02C5B7DCA95E}"/>
    <dgm:cxn modelId="{4EDF492A-0CB5-4088-879D-623E5F862A20}" type="presOf" srcId="{6BC305B9-ED2C-4522-859C-7FB93860F36F}" destId="{9AA27A07-29D7-4D2C-8E0A-808CF95E3203}" srcOrd="0" destOrd="0" presId="urn:microsoft.com/office/officeart/2016/7/layout/LinearBlockProcessNumbered"/>
    <dgm:cxn modelId="{D402EC2E-9859-497A-8D5E-545C726D78F6}" type="presOf" srcId="{849A9B1A-D819-4F5E-AFAD-451933A96299}" destId="{0E07B278-F9D4-44C2-BA14-3549FE6DEE09}" srcOrd="0" destOrd="0" presId="urn:microsoft.com/office/officeart/2016/7/layout/LinearBlockProcessNumbered"/>
    <dgm:cxn modelId="{49D36C3C-269E-48B6-86D8-D148A9A7BE8D}" type="presOf" srcId="{27F42800-7BBD-4789-B19D-63C40F8173DE}" destId="{3AB4CCE8-42E6-41CA-B504-5943F5C7A0F8}" srcOrd="1" destOrd="0" presId="urn:microsoft.com/office/officeart/2016/7/layout/LinearBlockProcessNumbered"/>
    <dgm:cxn modelId="{E7B9C74C-E889-49D7-BD03-1AAD494CB692}" type="presOf" srcId="{66FD29EF-BD20-49E5-9B06-02C5B7DCA95E}" destId="{B8E97752-B7DE-4BD6-AF71-F5918333F9B9}" srcOrd="0" destOrd="0" presId="urn:microsoft.com/office/officeart/2016/7/layout/LinearBlockProcessNumbered"/>
    <dgm:cxn modelId="{F7BAD670-2A4C-4C8A-86D7-282393F3B534}" type="presOf" srcId="{71740D33-427D-41B3-96F4-ED7EDEAFF065}" destId="{0D81C49B-7490-408A-BF44-09C3780BCC6B}" srcOrd="0" destOrd="0" presId="urn:microsoft.com/office/officeart/2016/7/layout/LinearBlockProcessNumbered"/>
    <dgm:cxn modelId="{312ECB73-AE22-453D-85FF-D36CD63F03D2}" type="presOf" srcId="{27F42800-7BBD-4789-B19D-63C40F8173DE}" destId="{A9E9AA05-0874-4217-A03C-4F2DEC7263D2}" srcOrd="0" destOrd="0" presId="urn:microsoft.com/office/officeart/2016/7/layout/LinearBlockProcessNumbered"/>
    <dgm:cxn modelId="{E5457655-E43B-47EE-92E0-66052E6019F4}" type="presOf" srcId="{71283845-C5F3-4A3F-99B6-6ED68A497425}" destId="{0C24CC77-8A81-4B6F-BBB2-0026EFBC4B0D}" srcOrd="0" destOrd="0" presId="urn:microsoft.com/office/officeart/2016/7/layout/LinearBlockProcessNumbered"/>
    <dgm:cxn modelId="{61F98B77-8E12-4E57-A4CA-8B7D5EF32FAA}" type="presOf" srcId="{71283845-C5F3-4A3F-99B6-6ED68A497425}" destId="{B839D91B-8394-4B57-9B8E-183C1E3B1D60}" srcOrd="1" destOrd="0" presId="urn:microsoft.com/office/officeart/2016/7/layout/LinearBlockProcessNumbered"/>
    <dgm:cxn modelId="{63588882-3138-4E6F-A72B-822B5D7DC10C}" srcId="{71740D33-427D-41B3-96F4-ED7EDEAFF065}" destId="{E9A74E78-FE0C-41BA-984C-1C412BC00E4F}" srcOrd="0" destOrd="0" parTransId="{BF105213-8176-413E-857E-9FE5FB1A2460}" sibTransId="{849A9B1A-D819-4F5E-AFAD-451933A96299}"/>
    <dgm:cxn modelId="{8D5FEB84-9704-4365-B175-2475927CBAF4}" type="presOf" srcId="{78805A4C-7233-44D0-87A1-9CF12DBE72D8}" destId="{59905D55-8970-4726-8913-423DEF8DCBA5}" srcOrd="0" destOrd="0" presId="urn:microsoft.com/office/officeart/2016/7/layout/LinearBlockProcessNumbered"/>
    <dgm:cxn modelId="{FE80A085-A031-45FE-AF5B-B847D7D81BA0}" srcId="{71740D33-427D-41B3-96F4-ED7EDEAFF065}" destId="{27F42800-7BBD-4789-B19D-63C40F8173DE}" srcOrd="2" destOrd="0" parTransId="{7F2BE051-AF79-4F1F-AD27-639B8155D84B}" sibTransId="{6BC305B9-ED2C-4522-859C-7FB93860F36F}"/>
    <dgm:cxn modelId="{527C3A99-A051-4BCF-8970-68A120C9C426}" srcId="{71740D33-427D-41B3-96F4-ED7EDEAFF065}" destId="{C549FC71-E62A-42C2-B9C3-CEA89F54B46F}" srcOrd="1" destOrd="0" parTransId="{644173E5-DA37-45E4-A66A-5DBDB26577FC}" sibTransId="{78805A4C-7233-44D0-87A1-9CF12DBE72D8}"/>
    <dgm:cxn modelId="{4F581DD0-A267-4FF7-9D76-3FCB0F17A7D7}" type="presOf" srcId="{C549FC71-E62A-42C2-B9C3-CEA89F54B46F}" destId="{A30DB690-7E87-4426-8514-9B552F8342CC}" srcOrd="0" destOrd="0" presId="urn:microsoft.com/office/officeart/2016/7/layout/LinearBlockProcessNumbered"/>
    <dgm:cxn modelId="{471810DC-DCF3-4551-8E44-59EC4D2C9B89}" type="presOf" srcId="{E9A74E78-FE0C-41BA-984C-1C412BC00E4F}" destId="{D3FCB54F-D653-4E18-9A3A-A1B8A9603C09}" srcOrd="1" destOrd="0" presId="urn:microsoft.com/office/officeart/2016/7/layout/LinearBlockProcessNumbered"/>
    <dgm:cxn modelId="{BFB47BDE-60E5-4D9B-9719-0ED106959FB2}" type="presOf" srcId="{E9A74E78-FE0C-41BA-984C-1C412BC00E4F}" destId="{44A593D1-B08F-49BF-807D-C366320F10D8}" srcOrd="0" destOrd="0" presId="urn:microsoft.com/office/officeart/2016/7/layout/LinearBlockProcessNumbered"/>
    <dgm:cxn modelId="{69E183E4-7E6D-418B-8A99-10D87E559B06}" type="presOf" srcId="{C549FC71-E62A-42C2-B9C3-CEA89F54B46F}" destId="{06FB5979-28DD-46C3-8CC9-1355093A6746}" srcOrd="1" destOrd="0" presId="urn:microsoft.com/office/officeart/2016/7/layout/LinearBlockProcessNumbered"/>
    <dgm:cxn modelId="{DE9A99E8-DE26-43BE-B4D8-A990D79DD1C0}" type="presParOf" srcId="{0D81C49B-7490-408A-BF44-09C3780BCC6B}" destId="{C95A5E8F-9F94-4E97-93A1-C6ED3CFBE91F}" srcOrd="0" destOrd="0" presId="urn:microsoft.com/office/officeart/2016/7/layout/LinearBlockProcessNumbered"/>
    <dgm:cxn modelId="{C65FCAD1-8179-4142-810D-CE0456847327}" type="presParOf" srcId="{C95A5E8F-9F94-4E97-93A1-C6ED3CFBE91F}" destId="{44A593D1-B08F-49BF-807D-C366320F10D8}" srcOrd="0" destOrd="0" presId="urn:microsoft.com/office/officeart/2016/7/layout/LinearBlockProcessNumbered"/>
    <dgm:cxn modelId="{E0FB19DB-829E-43C1-980E-F02BCD4CD94F}" type="presParOf" srcId="{C95A5E8F-9F94-4E97-93A1-C6ED3CFBE91F}" destId="{0E07B278-F9D4-44C2-BA14-3549FE6DEE09}" srcOrd="1" destOrd="0" presId="urn:microsoft.com/office/officeart/2016/7/layout/LinearBlockProcessNumbered"/>
    <dgm:cxn modelId="{93633563-0548-455B-BBD1-9690E6FE4DBD}" type="presParOf" srcId="{C95A5E8F-9F94-4E97-93A1-C6ED3CFBE91F}" destId="{D3FCB54F-D653-4E18-9A3A-A1B8A9603C09}" srcOrd="2" destOrd="0" presId="urn:microsoft.com/office/officeart/2016/7/layout/LinearBlockProcessNumbered"/>
    <dgm:cxn modelId="{4561ADE7-6C29-4D28-B393-23E6D2B7DC34}" type="presParOf" srcId="{0D81C49B-7490-408A-BF44-09C3780BCC6B}" destId="{F5E5A48E-9AC9-46EC-97C6-3D24A35F9D99}" srcOrd="1" destOrd="0" presId="urn:microsoft.com/office/officeart/2016/7/layout/LinearBlockProcessNumbered"/>
    <dgm:cxn modelId="{AF90717E-6B74-47DD-9613-70865EC80597}" type="presParOf" srcId="{0D81C49B-7490-408A-BF44-09C3780BCC6B}" destId="{7FEC3986-D855-4443-97AD-7BC1CFDB83D6}" srcOrd="2" destOrd="0" presId="urn:microsoft.com/office/officeart/2016/7/layout/LinearBlockProcessNumbered"/>
    <dgm:cxn modelId="{DD2E6ABE-5287-47DF-99F8-CFFB2FA18E05}" type="presParOf" srcId="{7FEC3986-D855-4443-97AD-7BC1CFDB83D6}" destId="{A30DB690-7E87-4426-8514-9B552F8342CC}" srcOrd="0" destOrd="0" presId="urn:microsoft.com/office/officeart/2016/7/layout/LinearBlockProcessNumbered"/>
    <dgm:cxn modelId="{47D17B39-AD1D-46CE-BA91-FEAEF45A6BD8}" type="presParOf" srcId="{7FEC3986-D855-4443-97AD-7BC1CFDB83D6}" destId="{59905D55-8970-4726-8913-423DEF8DCBA5}" srcOrd="1" destOrd="0" presId="urn:microsoft.com/office/officeart/2016/7/layout/LinearBlockProcessNumbered"/>
    <dgm:cxn modelId="{81785FD8-0B93-4C78-956E-0F5739C9404F}" type="presParOf" srcId="{7FEC3986-D855-4443-97AD-7BC1CFDB83D6}" destId="{06FB5979-28DD-46C3-8CC9-1355093A6746}" srcOrd="2" destOrd="0" presId="urn:microsoft.com/office/officeart/2016/7/layout/LinearBlockProcessNumbered"/>
    <dgm:cxn modelId="{785AA182-93CB-43C2-9451-2AD229AD0455}" type="presParOf" srcId="{0D81C49B-7490-408A-BF44-09C3780BCC6B}" destId="{8D45BBB7-2712-4FFF-A1C0-2D180488CBB4}" srcOrd="3" destOrd="0" presId="urn:microsoft.com/office/officeart/2016/7/layout/LinearBlockProcessNumbered"/>
    <dgm:cxn modelId="{93275395-98B7-4EA1-BA71-7AB403DCC2CD}" type="presParOf" srcId="{0D81C49B-7490-408A-BF44-09C3780BCC6B}" destId="{BFDFE3F5-663D-4AC5-BAA0-EAC383773431}" srcOrd="4" destOrd="0" presId="urn:microsoft.com/office/officeart/2016/7/layout/LinearBlockProcessNumbered"/>
    <dgm:cxn modelId="{B28A61F3-A030-4D8F-BCDE-43504823562C}" type="presParOf" srcId="{BFDFE3F5-663D-4AC5-BAA0-EAC383773431}" destId="{A9E9AA05-0874-4217-A03C-4F2DEC7263D2}" srcOrd="0" destOrd="0" presId="urn:microsoft.com/office/officeart/2016/7/layout/LinearBlockProcessNumbered"/>
    <dgm:cxn modelId="{C0F91ED0-9630-4F1C-BC0E-BB251E835B8F}" type="presParOf" srcId="{BFDFE3F5-663D-4AC5-BAA0-EAC383773431}" destId="{9AA27A07-29D7-4D2C-8E0A-808CF95E3203}" srcOrd="1" destOrd="0" presId="urn:microsoft.com/office/officeart/2016/7/layout/LinearBlockProcessNumbered"/>
    <dgm:cxn modelId="{0C090425-575F-440F-9730-B7E77FA83837}" type="presParOf" srcId="{BFDFE3F5-663D-4AC5-BAA0-EAC383773431}" destId="{3AB4CCE8-42E6-41CA-B504-5943F5C7A0F8}" srcOrd="2" destOrd="0" presId="urn:microsoft.com/office/officeart/2016/7/layout/LinearBlockProcessNumbered"/>
    <dgm:cxn modelId="{216AD5D7-BF16-46D9-8CD5-DFBE6466B926}" type="presParOf" srcId="{0D81C49B-7490-408A-BF44-09C3780BCC6B}" destId="{59E53393-73B2-49FB-B725-493776BC3DD8}" srcOrd="5" destOrd="0" presId="urn:microsoft.com/office/officeart/2016/7/layout/LinearBlockProcessNumbered"/>
    <dgm:cxn modelId="{EE31BDE3-F305-4D87-8D85-06903F8BF6E9}" type="presParOf" srcId="{0D81C49B-7490-408A-BF44-09C3780BCC6B}" destId="{5E3F897A-BCB9-4AD1-B9E8-698A0C174C4E}" srcOrd="6" destOrd="0" presId="urn:microsoft.com/office/officeart/2016/7/layout/LinearBlockProcessNumbered"/>
    <dgm:cxn modelId="{88028FA1-4076-4FCF-BC3F-CFD18D3F7DEA}" type="presParOf" srcId="{5E3F897A-BCB9-4AD1-B9E8-698A0C174C4E}" destId="{0C24CC77-8A81-4B6F-BBB2-0026EFBC4B0D}" srcOrd="0" destOrd="0" presId="urn:microsoft.com/office/officeart/2016/7/layout/LinearBlockProcessNumbered"/>
    <dgm:cxn modelId="{9B04DD62-3AC7-4A60-B181-8D152B1C570D}" type="presParOf" srcId="{5E3F897A-BCB9-4AD1-B9E8-698A0C174C4E}" destId="{B8E97752-B7DE-4BD6-AF71-F5918333F9B9}" srcOrd="1" destOrd="0" presId="urn:microsoft.com/office/officeart/2016/7/layout/LinearBlockProcessNumbered"/>
    <dgm:cxn modelId="{C8493B9F-0BCD-4E13-9195-F2EAB9406F8E}" type="presParOf" srcId="{5E3F897A-BCB9-4AD1-B9E8-698A0C174C4E}" destId="{B839D91B-8394-4B57-9B8E-183C1E3B1D6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672EF-D1DB-47AD-8D9B-B4550A823B7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A19FB2A-EAB6-4DB6-AA1D-6D65F973A7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Never store credentials or API keys in code.</a:t>
          </a:r>
        </a:p>
      </dgm:t>
    </dgm:pt>
    <dgm:pt modelId="{131A4ED3-A00C-4A72-9F0A-FBC24698B876}" type="parTrans" cxnId="{C991E670-D961-4AFC-ACEA-8F1BC45A5D5C}">
      <dgm:prSet/>
      <dgm:spPr/>
      <dgm:t>
        <a:bodyPr/>
        <a:lstStyle/>
        <a:p>
          <a:endParaRPr lang="en-US"/>
        </a:p>
      </dgm:t>
    </dgm:pt>
    <dgm:pt modelId="{59C75F02-D020-4822-BCCC-E57B6C6A40E3}" type="sibTrans" cxnId="{C991E670-D961-4AFC-ACEA-8F1BC45A5D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F3F3B3-2591-418A-985A-CD658E67D7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tools like GitHub Secret Scanning or Snyk to detect leaks.</a:t>
          </a:r>
        </a:p>
      </dgm:t>
    </dgm:pt>
    <dgm:pt modelId="{FC29B2F2-76C9-409F-B02D-DFFA5BF3C94B}" type="parTrans" cxnId="{6664E7E3-5055-4EB3-8666-115E148A6BDF}">
      <dgm:prSet/>
      <dgm:spPr/>
      <dgm:t>
        <a:bodyPr/>
        <a:lstStyle/>
        <a:p>
          <a:endParaRPr lang="en-US"/>
        </a:p>
      </dgm:t>
    </dgm:pt>
    <dgm:pt modelId="{6FD4CCF8-7520-4F01-9EC8-677568DA97B3}" type="sibTrans" cxnId="{6664E7E3-5055-4EB3-8666-115E148A6B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61A556-3915-47B3-A038-56B8570A43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environment variables and secret managers (e.g., Vault, AWS Secrets Manager).</a:t>
          </a:r>
        </a:p>
      </dgm:t>
    </dgm:pt>
    <dgm:pt modelId="{FC76DC9B-2135-4211-B9F4-68D89BDF4D1F}" type="parTrans" cxnId="{067D7747-7F9D-4479-B357-121C73A2C666}">
      <dgm:prSet/>
      <dgm:spPr/>
      <dgm:t>
        <a:bodyPr/>
        <a:lstStyle/>
        <a:p>
          <a:endParaRPr lang="en-US"/>
        </a:p>
      </dgm:t>
    </dgm:pt>
    <dgm:pt modelId="{71497E65-9AF4-49B7-8F43-1480C058AEA9}" type="sibTrans" cxnId="{067D7747-7F9D-4479-B357-121C73A2C6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3EF966-1384-461B-948F-CA529F7EB7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Rotate and audit secrets regularly.</a:t>
          </a:r>
        </a:p>
      </dgm:t>
    </dgm:pt>
    <dgm:pt modelId="{6010C732-7DCB-462E-9A69-F363044125BF}" type="parTrans" cxnId="{3E8A5F4D-31BB-43DB-8975-E30E25660F60}">
      <dgm:prSet/>
      <dgm:spPr/>
      <dgm:t>
        <a:bodyPr/>
        <a:lstStyle/>
        <a:p>
          <a:endParaRPr lang="en-US"/>
        </a:p>
      </dgm:t>
    </dgm:pt>
    <dgm:pt modelId="{7BF74ADD-42CE-4B69-8C83-32B81871B311}" type="sibTrans" cxnId="{3E8A5F4D-31BB-43DB-8975-E30E25660F60}">
      <dgm:prSet/>
      <dgm:spPr/>
      <dgm:t>
        <a:bodyPr/>
        <a:lstStyle/>
        <a:p>
          <a:endParaRPr lang="en-US"/>
        </a:p>
      </dgm:t>
    </dgm:pt>
    <dgm:pt modelId="{2F2B7ABB-3035-4AAA-B010-CE37BE4C6344}" type="pres">
      <dgm:prSet presAssocID="{C3C672EF-D1DB-47AD-8D9B-B4550A823B76}" presName="root" presStyleCnt="0">
        <dgm:presLayoutVars>
          <dgm:dir/>
          <dgm:resizeHandles val="exact"/>
        </dgm:presLayoutVars>
      </dgm:prSet>
      <dgm:spPr/>
    </dgm:pt>
    <dgm:pt modelId="{CE9D5BBF-B027-45E5-915D-233D98A089A6}" type="pres">
      <dgm:prSet presAssocID="{C3C672EF-D1DB-47AD-8D9B-B4550A823B76}" presName="container" presStyleCnt="0">
        <dgm:presLayoutVars>
          <dgm:dir/>
          <dgm:resizeHandles val="exact"/>
        </dgm:presLayoutVars>
      </dgm:prSet>
      <dgm:spPr/>
    </dgm:pt>
    <dgm:pt modelId="{923D791E-D09E-42FE-8F16-8C224EA6730D}" type="pres">
      <dgm:prSet presAssocID="{5A19FB2A-EAB6-4DB6-AA1D-6D65F973A73C}" presName="compNode" presStyleCnt="0"/>
      <dgm:spPr/>
    </dgm:pt>
    <dgm:pt modelId="{DD22C67B-F63B-4481-B6E7-190066B4A5F4}" type="pres">
      <dgm:prSet presAssocID="{5A19FB2A-EAB6-4DB6-AA1D-6D65F973A73C}" presName="iconBgRect" presStyleLbl="bgShp" presStyleIdx="0" presStyleCnt="4"/>
      <dgm:spPr/>
    </dgm:pt>
    <dgm:pt modelId="{F96989F3-831F-4572-87CD-7ED4FA8DA6BF}" type="pres">
      <dgm:prSet presAssocID="{5A19FB2A-EAB6-4DB6-AA1D-6D65F973A7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FDFE2E2-9A67-4BF1-9EF2-534FF0980F75}" type="pres">
      <dgm:prSet presAssocID="{5A19FB2A-EAB6-4DB6-AA1D-6D65F973A73C}" presName="spaceRect" presStyleCnt="0"/>
      <dgm:spPr/>
    </dgm:pt>
    <dgm:pt modelId="{F214E86B-AB1B-4C07-A875-00BDAF751C23}" type="pres">
      <dgm:prSet presAssocID="{5A19FB2A-EAB6-4DB6-AA1D-6D65F973A73C}" presName="textRect" presStyleLbl="revTx" presStyleIdx="0" presStyleCnt="4">
        <dgm:presLayoutVars>
          <dgm:chMax val="1"/>
          <dgm:chPref val="1"/>
        </dgm:presLayoutVars>
      </dgm:prSet>
      <dgm:spPr/>
    </dgm:pt>
    <dgm:pt modelId="{C93A86C4-59F8-462A-B450-B67A44969F70}" type="pres">
      <dgm:prSet presAssocID="{59C75F02-D020-4822-BCCC-E57B6C6A40E3}" presName="sibTrans" presStyleLbl="sibTrans2D1" presStyleIdx="0" presStyleCnt="0"/>
      <dgm:spPr/>
    </dgm:pt>
    <dgm:pt modelId="{19A33E01-0184-4049-B17C-899DA22093F6}" type="pres">
      <dgm:prSet presAssocID="{DAF3F3B3-2591-418A-985A-CD658E67D7DC}" presName="compNode" presStyleCnt="0"/>
      <dgm:spPr/>
    </dgm:pt>
    <dgm:pt modelId="{E92D8124-9D87-4CAC-B1DF-14C20CC30CEF}" type="pres">
      <dgm:prSet presAssocID="{DAF3F3B3-2591-418A-985A-CD658E67D7DC}" presName="iconBgRect" presStyleLbl="bgShp" presStyleIdx="1" presStyleCnt="4"/>
      <dgm:spPr/>
    </dgm:pt>
    <dgm:pt modelId="{C54A82F9-2749-4664-B069-5649F6707FA5}" type="pres">
      <dgm:prSet presAssocID="{DAF3F3B3-2591-418A-985A-CD658E67D7D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69653FB2-EA0B-41EF-AF57-BE613531852F}" type="pres">
      <dgm:prSet presAssocID="{DAF3F3B3-2591-418A-985A-CD658E67D7DC}" presName="spaceRect" presStyleCnt="0"/>
      <dgm:spPr/>
    </dgm:pt>
    <dgm:pt modelId="{27B36D7B-C36B-47EE-A70D-739634C0EFB1}" type="pres">
      <dgm:prSet presAssocID="{DAF3F3B3-2591-418A-985A-CD658E67D7DC}" presName="textRect" presStyleLbl="revTx" presStyleIdx="1" presStyleCnt="4">
        <dgm:presLayoutVars>
          <dgm:chMax val="1"/>
          <dgm:chPref val="1"/>
        </dgm:presLayoutVars>
      </dgm:prSet>
      <dgm:spPr/>
    </dgm:pt>
    <dgm:pt modelId="{95AB76B9-A9BD-449F-8E5E-79F92BF59F02}" type="pres">
      <dgm:prSet presAssocID="{6FD4CCF8-7520-4F01-9EC8-677568DA97B3}" presName="sibTrans" presStyleLbl="sibTrans2D1" presStyleIdx="0" presStyleCnt="0"/>
      <dgm:spPr/>
    </dgm:pt>
    <dgm:pt modelId="{EF8E2B14-FDC3-4586-A997-AFE78120333A}" type="pres">
      <dgm:prSet presAssocID="{1661A556-3915-47B3-A038-56B8570A43C6}" presName="compNode" presStyleCnt="0"/>
      <dgm:spPr/>
    </dgm:pt>
    <dgm:pt modelId="{18FD5078-A597-402D-A9D7-FDF071D4418F}" type="pres">
      <dgm:prSet presAssocID="{1661A556-3915-47B3-A038-56B8570A43C6}" presName="iconBgRect" presStyleLbl="bgShp" presStyleIdx="2" presStyleCnt="4"/>
      <dgm:spPr/>
    </dgm:pt>
    <dgm:pt modelId="{10F1F35E-63BB-489F-9FD9-6659EB8F0EE0}" type="pres">
      <dgm:prSet presAssocID="{1661A556-3915-47B3-A038-56B8570A43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6DA07F55-5CE7-403E-A62B-3ED54159007C}" type="pres">
      <dgm:prSet presAssocID="{1661A556-3915-47B3-A038-56B8570A43C6}" presName="spaceRect" presStyleCnt="0"/>
      <dgm:spPr/>
    </dgm:pt>
    <dgm:pt modelId="{A0597C1A-1E06-4059-9023-B2D285FCE0A5}" type="pres">
      <dgm:prSet presAssocID="{1661A556-3915-47B3-A038-56B8570A43C6}" presName="textRect" presStyleLbl="revTx" presStyleIdx="2" presStyleCnt="4">
        <dgm:presLayoutVars>
          <dgm:chMax val="1"/>
          <dgm:chPref val="1"/>
        </dgm:presLayoutVars>
      </dgm:prSet>
      <dgm:spPr/>
    </dgm:pt>
    <dgm:pt modelId="{53DCB624-07EA-44C3-8E94-E09D2020312C}" type="pres">
      <dgm:prSet presAssocID="{71497E65-9AF4-49B7-8F43-1480C058AEA9}" presName="sibTrans" presStyleLbl="sibTrans2D1" presStyleIdx="0" presStyleCnt="0"/>
      <dgm:spPr/>
    </dgm:pt>
    <dgm:pt modelId="{15609985-D213-4CE9-BA8C-E3FB12A2F110}" type="pres">
      <dgm:prSet presAssocID="{653EF966-1384-461B-948F-CA529F7EB784}" presName="compNode" presStyleCnt="0"/>
      <dgm:spPr/>
    </dgm:pt>
    <dgm:pt modelId="{F6E5724F-66D2-4586-8CA4-77151D69F470}" type="pres">
      <dgm:prSet presAssocID="{653EF966-1384-461B-948F-CA529F7EB784}" presName="iconBgRect" presStyleLbl="bgShp" presStyleIdx="3" presStyleCnt="4"/>
      <dgm:spPr/>
    </dgm:pt>
    <dgm:pt modelId="{46A2E896-2043-495A-BBCD-FF4E326556D2}" type="pres">
      <dgm:prSet presAssocID="{653EF966-1384-461B-948F-CA529F7EB7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6F702C-4F62-44BB-9669-C80394B2B28F}" type="pres">
      <dgm:prSet presAssocID="{653EF966-1384-461B-948F-CA529F7EB784}" presName="spaceRect" presStyleCnt="0"/>
      <dgm:spPr/>
    </dgm:pt>
    <dgm:pt modelId="{70C89C2D-B371-4900-BED2-710C17E8CF83}" type="pres">
      <dgm:prSet presAssocID="{653EF966-1384-461B-948F-CA529F7EB7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5C8D02-7615-4F50-80E8-88FAC1D33F11}" type="presOf" srcId="{6FD4CCF8-7520-4F01-9EC8-677568DA97B3}" destId="{95AB76B9-A9BD-449F-8E5E-79F92BF59F02}" srcOrd="0" destOrd="0" presId="urn:microsoft.com/office/officeart/2018/2/layout/IconCircleList"/>
    <dgm:cxn modelId="{1D494322-9E04-4BF3-940A-0D294D5EF46C}" type="presOf" srcId="{C3C672EF-D1DB-47AD-8D9B-B4550A823B76}" destId="{2F2B7ABB-3035-4AAA-B010-CE37BE4C6344}" srcOrd="0" destOrd="0" presId="urn:microsoft.com/office/officeart/2018/2/layout/IconCircleList"/>
    <dgm:cxn modelId="{067D7747-7F9D-4479-B357-121C73A2C666}" srcId="{C3C672EF-D1DB-47AD-8D9B-B4550A823B76}" destId="{1661A556-3915-47B3-A038-56B8570A43C6}" srcOrd="2" destOrd="0" parTransId="{FC76DC9B-2135-4211-B9F4-68D89BDF4D1F}" sibTransId="{71497E65-9AF4-49B7-8F43-1480C058AEA9}"/>
    <dgm:cxn modelId="{88AF9948-6A76-460F-91E8-5D021C1878B5}" type="presOf" srcId="{653EF966-1384-461B-948F-CA529F7EB784}" destId="{70C89C2D-B371-4900-BED2-710C17E8CF83}" srcOrd="0" destOrd="0" presId="urn:microsoft.com/office/officeart/2018/2/layout/IconCircleList"/>
    <dgm:cxn modelId="{3E8A5F4D-31BB-43DB-8975-E30E25660F60}" srcId="{C3C672EF-D1DB-47AD-8D9B-B4550A823B76}" destId="{653EF966-1384-461B-948F-CA529F7EB784}" srcOrd="3" destOrd="0" parTransId="{6010C732-7DCB-462E-9A69-F363044125BF}" sibTransId="{7BF74ADD-42CE-4B69-8C83-32B81871B311}"/>
    <dgm:cxn modelId="{C991E670-D961-4AFC-ACEA-8F1BC45A5D5C}" srcId="{C3C672EF-D1DB-47AD-8D9B-B4550A823B76}" destId="{5A19FB2A-EAB6-4DB6-AA1D-6D65F973A73C}" srcOrd="0" destOrd="0" parTransId="{131A4ED3-A00C-4A72-9F0A-FBC24698B876}" sibTransId="{59C75F02-D020-4822-BCCC-E57B6C6A40E3}"/>
    <dgm:cxn modelId="{0D742452-DBF1-4296-B02F-52E7AB050576}" type="presOf" srcId="{1661A556-3915-47B3-A038-56B8570A43C6}" destId="{A0597C1A-1E06-4059-9023-B2D285FCE0A5}" srcOrd="0" destOrd="0" presId="urn:microsoft.com/office/officeart/2018/2/layout/IconCircleList"/>
    <dgm:cxn modelId="{BA89FE78-42B5-479D-80B7-49AE441CC6E1}" type="presOf" srcId="{5A19FB2A-EAB6-4DB6-AA1D-6D65F973A73C}" destId="{F214E86B-AB1B-4C07-A875-00BDAF751C23}" srcOrd="0" destOrd="0" presId="urn:microsoft.com/office/officeart/2018/2/layout/IconCircleList"/>
    <dgm:cxn modelId="{01615185-5712-4CB1-98E2-44161675B5E9}" type="presOf" srcId="{DAF3F3B3-2591-418A-985A-CD658E67D7DC}" destId="{27B36D7B-C36B-47EE-A70D-739634C0EFB1}" srcOrd="0" destOrd="0" presId="urn:microsoft.com/office/officeart/2018/2/layout/IconCircleList"/>
    <dgm:cxn modelId="{E0F293BA-1D28-420D-A9D8-6D1E73D640BB}" type="presOf" srcId="{71497E65-9AF4-49B7-8F43-1480C058AEA9}" destId="{53DCB624-07EA-44C3-8E94-E09D2020312C}" srcOrd="0" destOrd="0" presId="urn:microsoft.com/office/officeart/2018/2/layout/IconCircleList"/>
    <dgm:cxn modelId="{724DABC9-FB7A-4DDB-838F-63AFAFE67A56}" type="presOf" srcId="{59C75F02-D020-4822-BCCC-E57B6C6A40E3}" destId="{C93A86C4-59F8-462A-B450-B67A44969F70}" srcOrd="0" destOrd="0" presId="urn:microsoft.com/office/officeart/2018/2/layout/IconCircleList"/>
    <dgm:cxn modelId="{6664E7E3-5055-4EB3-8666-115E148A6BDF}" srcId="{C3C672EF-D1DB-47AD-8D9B-B4550A823B76}" destId="{DAF3F3B3-2591-418A-985A-CD658E67D7DC}" srcOrd="1" destOrd="0" parTransId="{FC29B2F2-76C9-409F-B02D-DFFA5BF3C94B}" sibTransId="{6FD4CCF8-7520-4F01-9EC8-677568DA97B3}"/>
    <dgm:cxn modelId="{E1D26348-A276-4A33-B510-C02C1D0069D8}" type="presParOf" srcId="{2F2B7ABB-3035-4AAA-B010-CE37BE4C6344}" destId="{CE9D5BBF-B027-45E5-915D-233D98A089A6}" srcOrd="0" destOrd="0" presId="urn:microsoft.com/office/officeart/2018/2/layout/IconCircleList"/>
    <dgm:cxn modelId="{7E61DB1B-3432-4931-BEA4-8D14C9B708E2}" type="presParOf" srcId="{CE9D5BBF-B027-45E5-915D-233D98A089A6}" destId="{923D791E-D09E-42FE-8F16-8C224EA6730D}" srcOrd="0" destOrd="0" presId="urn:microsoft.com/office/officeart/2018/2/layout/IconCircleList"/>
    <dgm:cxn modelId="{02ED602D-B79F-4F44-B9DF-CF1652909AD2}" type="presParOf" srcId="{923D791E-D09E-42FE-8F16-8C224EA6730D}" destId="{DD22C67B-F63B-4481-B6E7-190066B4A5F4}" srcOrd="0" destOrd="0" presId="urn:microsoft.com/office/officeart/2018/2/layout/IconCircleList"/>
    <dgm:cxn modelId="{7322E8D4-8D02-452E-9E21-4AB8B4619B70}" type="presParOf" srcId="{923D791E-D09E-42FE-8F16-8C224EA6730D}" destId="{F96989F3-831F-4572-87CD-7ED4FA8DA6BF}" srcOrd="1" destOrd="0" presId="urn:microsoft.com/office/officeart/2018/2/layout/IconCircleList"/>
    <dgm:cxn modelId="{0DDD4646-7A47-45B6-B40A-17CD496183E9}" type="presParOf" srcId="{923D791E-D09E-42FE-8F16-8C224EA6730D}" destId="{DFDFE2E2-9A67-4BF1-9EF2-534FF0980F75}" srcOrd="2" destOrd="0" presId="urn:microsoft.com/office/officeart/2018/2/layout/IconCircleList"/>
    <dgm:cxn modelId="{FA542A59-7775-4025-8096-5CC674B57EAE}" type="presParOf" srcId="{923D791E-D09E-42FE-8F16-8C224EA6730D}" destId="{F214E86B-AB1B-4C07-A875-00BDAF751C23}" srcOrd="3" destOrd="0" presId="urn:microsoft.com/office/officeart/2018/2/layout/IconCircleList"/>
    <dgm:cxn modelId="{42BCD2AE-751E-4DD6-BABB-830B2C08AB17}" type="presParOf" srcId="{CE9D5BBF-B027-45E5-915D-233D98A089A6}" destId="{C93A86C4-59F8-462A-B450-B67A44969F70}" srcOrd="1" destOrd="0" presId="urn:microsoft.com/office/officeart/2018/2/layout/IconCircleList"/>
    <dgm:cxn modelId="{4974CC79-F718-4143-B988-751B37E59AE2}" type="presParOf" srcId="{CE9D5BBF-B027-45E5-915D-233D98A089A6}" destId="{19A33E01-0184-4049-B17C-899DA22093F6}" srcOrd="2" destOrd="0" presId="urn:microsoft.com/office/officeart/2018/2/layout/IconCircleList"/>
    <dgm:cxn modelId="{1AA4AC0F-0C7B-4B90-8E3D-09138B78A11A}" type="presParOf" srcId="{19A33E01-0184-4049-B17C-899DA22093F6}" destId="{E92D8124-9D87-4CAC-B1DF-14C20CC30CEF}" srcOrd="0" destOrd="0" presId="urn:microsoft.com/office/officeart/2018/2/layout/IconCircleList"/>
    <dgm:cxn modelId="{D33903E6-1203-4749-A262-204DBFD6CFCC}" type="presParOf" srcId="{19A33E01-0184-4049-B17C-899DA22093F6}" destId="{C54A82F9-2749-4664-B069-5649F6707FA5}" srcOrd="1" destOrd="0" presId="urn:microsoft.com/office/officeart/2018/2/layout/IconCircleList"/>
    <dgm:cxn modelId="{21313E7B-86C3-4A7A-AD8C-3F07FCF18D3B}" type="presParOf" srcId="{19A33E01-0184-4049-B17C-899DA22093F6}" destId="{69653FB2-EA0B-41EF-AF57-BE613531852F}" srcOrd="2" destOrd="0" presId="urn:microsoft.com/office/officeart/2018/2/layout/IconCircleList"/>
    <dgm:cxn modelId="{5C3BDD7F-59C1-4479-B794-1824DD85D9A3}" type="presParOf" srcId="{19A33E01-0184-4049-B17C-899DA22093F6}" destId="{27B36D7B-C36B-47EE-A70D-739634C0EFB1}" srcOrd="3" destOrd="0" presId="urn:microsoft.com/office/officeart/2018/2/layout/IconCircleList"/>
    <dgm:cxn modelId="{52698546-A84F-4E99-9487-070F84B314E6}" type="presParOf" srcId="{CE9D5BBF-B027-45E5-915D-233D98A089A6}" destId="{95AB76B9-A9BD-449F-8E5E-79F92BF59F02}" srcOrd="3" destOrd="0" presId="urn:microsoft.com/office/officeart/2018/2/layout/IconCircleList"/>
    <dgm:cxn modelId="{1EA8CC2D-89BA-4437-866A-B925AD12F9A3}" type="presParOf" srcId="{CE9D5BBF-B027-45E5-915D-233D98A089A6}" destId="{EF8E2B14-FDC3-4586-A997-AFE78120333A}" srcOrd="4" destOrd="0" presId="urn:microsoft.com/office/officeart/2018/2/layout/IconCircleList"/>
    <dgm:cxn modelId="{B205FEFE-9B03-4EA3-AE1E-DEC0D93B9ED2}" type="presParOf" srcId="{EF8E2B14-FDC3-4586-A997-AFE78120333A}" destId="{18FD5078-A597-402D-A9D7-FDF071D4418F}" srcOrd="0" destOrd="0" presId="urn:microsoft.com/office/officeart/2018/2/layout/IconCircleList"/>
    <dgm:cxn modelId="{C9D43215-F509-411E-B8BE-7C43BB3F5A9B}" type="presParOf" srcId="{EF8E2B14-FDC3-4586-A997-AFE78120333A}" destId="{10F1F35E-63BB-489F-9FD9-6659EB8F0EE0}" srcOrd="1" destOrd="0" presId="urn:microsoft.com/office/officeart/2018/2/layout/IconCircleList"/>
    <dgm:cxn modelId="{BA60EA0B-8D76-4D4E-8E69-39D3EDE52BD1}" type="presParOf" srcId="{EF8E2B14-FDC3-4586-A997-AFE78120333A}" destId="{6DA07F55-5CE7-403E-A62B-3ED54159007C}" srcOrd="2" destOrd="0" presId="urn:microsoft.com/office/officeart/2018/2/layout/IconCircleList"/>
    <dgm:cxn modelId="{C72411E5-2290-4CA5-BC8B-40127F5A8B86}" type="presParOf" srcId="{EF8E2B14-FDC3-4586-A997-AFE78120333A}" destId="{A0597C1A-1E06-4059-9023-B2D285FCE0A5}" srcOrd="3" destOrd="0" presId="urn:microsoft.com/office/officeart/2018/2/layout/IconCircleList"/>
    <dgm:cxn modelId="{9DD9D8C3-C7D2-4AAC-89FF-59F4E105D46F}" type="presParOf" srcId="{CE9D5BBF-B027-45E5-915D-233D98A089A6}" destId="{53DCB624-07EA-44C3-8E94-E09D2020312C}" srcOrd="5" destOrd="0" presId="urn:microsoft.com/office/officeart/2018/2/layout/IconCircleList"/>
    <dgm:cxn modelId="{8FF2BE6E-AA32-42A5-8937-13B397A68EA6}" type="presParOf" srcId="{CE9D5BBF-B027-45E5-915D-233D98A089A6}" destId="{15609985-D213-4CE9-BA8C-E3FB12A2F110}" srcOrd="6" destOrd="0" presId="urn:microsoft.com/office/officeart/2018/2/layout/IconCircleList"/>
    <dgm:cxn modelId="{42ADD659-2CEA-46F9-A01D-2C37B0C3BC37}" type="presParOf" srcId="{15609985-D213-4CE9-BA8C-E3FB12A2F110}" destId="{F6E5724F-66D2-4586-8CA4-77151D69F470}" srcOrd="0" destOrd="0" presId="urn:microsoft.com/office/officeart/2018/2/layout/IconCircleList"/>
    <dgm:cxn modelId="{9E2C7A6D-8DE6-498C-9ED8-D600F8EC76B8}" type="presParOf" srcId="{15609985-D213-4CE9-BA8C-E3FB12A2F110}" destId="{46A2E896-2043-495A-BBCD-FF4E326556D2}" srcOrd="1" destOrd="0" presId="urn:microsoft.com/office/officeart/2018/2/layout/IconCircleList"/>
    <dgm:cxn modelId="{8D2BFF26-4B94-4CBF-BED2-6340999AD77E}" type="presParOf" srcId="{15609985-D213-4CE9-BA8C-E3FB12A2F110}" destId="{C06F702C-4F62-44BB-9669-C80394B2B28F}" srcOrd="2" destOrd="0" presId="urn:microsoft.com/office/officeart/2018/2/layout/IconCircleList"/>
    <dgm:cxn modelId="{4BD72A57-F151-49BB-85F7-2AAF4208F57A}" type="presParOf" srcId="{15609985-D213-4CE9-BA8C-E3FB12A2F110}" destId="{70C89C2D-B371-4900-BED2-710C17E8CF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629EB0-A17B-49AE-86FC-51172CEC05B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2CCD2A-3213-4974-BA8F-69A8CBE8A6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 logging and alerting for all repository actions.</a:t>
          </a:r>
        </a:p>
      </dgm:t>
    </dgm:pt>
    <dgm:pt modelId="{46F75D8C-DC71-4276-8316-9AD93830421E}" type="parTrans" cxnId="{4FA799FF-6D4B-479A-8F87-7604E42EDB1E}">
      <dgm:prSet/>
      <dgm:spPr/>
      <dgm:t>
        <a:bodyPr/>
        <a:lstStyle/>
        <a:p>
          <a:endParaRPr lang="en-US"/>
        </a:p>
      </dgm:t>
    </dgm:pt>
    <dgm:pt modelId="{2012F5CB-8CA2-4647-BF91-42C64B9E703B}" type="sibTrans" cxnId="{4FA799FF-6D4B-479A-8F87-7604E42EDB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D44689-A456-4576-AF84-E30ED0C545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Review pull requests for potential security flaws.</a:t>
          </a:r>
        </a:p>
      </dgm:t>
    </dgm:pt>
    <dgm:pt modelId="{169E8199-629D-4BBB-B5DA-9DF6E1D419EE}" type="parTrans" cxnId="{4B8BFAD5-BD15-4F77-8E30-C9D01A32333D}">
      <dgm:prSet/>
      <dgm:spPr/>
      <dgm:t>
        <a:bodyPr/>
        <a:lstStyle/>
        <a:p>
          <a:endParaRPr lang="en-US"/>
        </a:p>
      </dgm:t>
    </dgm:pt>
    <dgm:pt modelId="{755C8FA7-2EFA-4FC5-AFEA-A7474EA2196E}" type="sibTrans" cxnId="{4B8BFAD5-BD15-4F77-8E30-C9D01A32333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E01640-B139-4702-A78A-6F6CF8008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 up automated alerts for unusual behavior.</a:t>
          </a:r>
        </a:p>
      </dgm:t>
    </dgm:pt>
    <dgm:pt modelId="{F1019266-281F-4D14-B89A-B9FBA52E39C9}" type="parTrans" cxnId="{FB5C258A-794E-4D03-8F4B-3096438375EA}">
      <dgm:prSet/>
      <dgm:spPr/>
      <dgm:t>
        <a:bodyPr/>
        <a:lstStyle/>
        <a:p>
          <a:endParaRPr lang="en-US"/>
        </a:p>
      </dgm:t>
    </dgm:pt>
    <dgm:pt modelId="{4A96BEAB-9D18-478B-A91F-76D28B09F867}" type="sibTrans" cxnId="{FB5C258A-794E-4D03-8F4B-3096438375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31C283-B9D9-40A5-9507-B286582481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regular security reviews and audits.</a:t>
          </a:r>
        </a:p>
      </dgm:t>
    </dgm:pt>
    <dgm:pt modelId="{AE9ACAA6-2145-4551-84F6-8CFCD23C575D}" type="parTrans" cxnId="{D4291BB4-6293-4FE6-B04E-B9FD8F0125FF}">
      <dgm:prSet/>
      <dgm:spPr/>
      <dgm:t>
        <a:bodyPr/>
        <a:lstStyle/>
        <a:p>
          <a:endParaRPr lang="en-US"/>
        </a:p>
      </dgm:t>
    </dgm:pt>
    <dgm:pt modelId="{E9BD10D1-58A9-457D-B095-10B7D30656C8}" type="sibTrans" cxnId="{D4291BB4-6293-4FE6-B04E-B9FD8F0125FF}">
      <dgm:prSet/>
      <dgm:spPr/>
      <dgm:t>
        <a:bodyPr/>
        <a:lstStyle/>
        <a:p>
          <a:endParaRPr lang="en-US"/>
        </a:p>
      </dgm:t>
    </dgm:pt>
    <dgm:pt modelId="{7695CEF8-1851-44CB-8068-35C688378F04}" type="pres">
      <dgm:prSet presAssocID="{B0629EB0-A17B-49AE-86FC-51172CEC05B2}" presName="root" presStyleCnt="0">
        <dgm:presLayoutVars>
          <dgm:dir/>
          <dgm:resizeHandles val="exact"/>
        </dgm:presLayoutVars>
      </dgm:prSet>
      <dgm:spPr/>
    </dgm:pt>
    <dgm:pt modelId="{2B2F5F71-C37F-41E8-A6B0-0A5AB7B77966}" type="pres">
      <dgm:prSet presAssocID="{B0629EB0-A17B-49AE-86FC-51172CEC05B2}" presName="container" presStyleCnt="0">
        <dgm:presLayoutVars>
          <dgm:dir/>
          <dgm:resizeHandles val="exact"/>
        </dgm:presLayoutVars>
      </dgm:prSet>
      <dgm:spPr/>
    </dgm:pt>
    <dgm:pt modelId="{91E13734-2F29-4304-9B68-5F76513D1EA8}" type="pres">
      <dgm:prSet presAssocID="{B82CCD2A-3213-4974-BA8F-69A8CBE8A603}" presName="compNode" presStyleCnt="0"/>
      <dgm:spPr/>
    </dgm:pt>
    <dgm:pt modelId="{068C6E3C-A624-4DFD-A5B1-8A7E683CE69D}" type="pres">
      <dgm:prSet presAssocID="{B82CCD2A-3213-4974-BA8F-69A8CBE8A603}" presName="iconBgRect" presStyleLbl="bgShp" presStyleIdx="0" presStyleCnt="4"/>
      <dgm:spPr/>
    </dgm:pt>
    <dgm:pt modelId="{DEE18221-DFAA-4BCE-9EB4-6AC930FD684A}" type="pres">
      <dgm:prSet presAssocID="{B82CCD2A-3213-4974-BA8F-69A8CBE8A60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999350BB-9AAD-4AA4-966B-F30495C0D0E2}" type="pres">
      <dgm:prSet presAssocID="{B82CCD2A-3213-4974-BA8F-69A8CBE8A603}" presName="spaceRect" presStyleCnt="0"/>
      <dgm:spPr/>
    </dgm:pt>
    <dgm:pt modelId="{107DC1DD-3DE4-41C0-BA02-EB5888AC253F}" type="pres">
      <dgm:prSet presAssocID="{B82CCD2A-3213-4974-BA8F-69A8CBE8A603}" presName="textRect" presStyleLbl="revTx" presStyleIdx="0" presStyleCnt="4">
        <dgm:presLayoutVars>
          <dgm:chMax val="1"/>
          <dgm:chPref val="1"/>
        </dgm:presLayoutVars>
      </dgm:prSet>
      <dgm:spPr/>
    </dgm:pt>
    <dgm:pt modelId="{77597352-EB8D-4AE3-B257-E76C3EEC3097}" type="pres">
      <dgm:prSet presAssocID="{2012F5CB-8CA2-4647-BF91-42C64B9E703B}" presName="sibTrans" presStyleLbl="sibTrans2D1" presStyleIdx="0" presStyleCnt="0"/>
      <dgm:spPr/>
    </dgm:pt>
    <dgm:pt modelId="{2EB71005-D959-4454-8DD8-D7F2D45F5C81}" type="pres">
      <dgm:prSet presAssocID="{83D44689-A456-4576-AF84-E30ED0C54509}" presName="compNode" presStyleCnt="0"/>
      <dgm:spPr/>
    </dgm:pt>
    <dgm:pt modelId="{C836810A-5E38-4B63-BA83-567DD601EC08}" type="pres">
      <dgm:prSet presAssocID="{83D44689-A456-4576-AF84-E30ED0C54509}" presName="iconBgRect" presStyleLbl="bgShp" presStyleIdx="1" presStyleCnt="4"/>
      <dgm:spPr/>
    </dgm:pt>
    <dgm:pt modelId="{629750FD-B0CB-41E4-BECE-2CD690416597}" type="pres">
      <dgm:prSet presAssocID="{83D44689-A456-4576-AF84-E30ED0C545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3B73587-E6C9-41EC-B3AE-0CF3EC54C7FE}" type="pres">
      <dgm:prSet presAssocID="{83D44689-A456-4576-AF84-E30ED0C54509}" presName="spaceRect" presStyleCnt="0"/>
      <dgm:spPr/>
    </dgm:pt>
    <dgm:pt modelId="{4856969E-E076-4AA9-A1AB-516E548BA07D}" type="pres">
      <dgm:prSet presAssocID="{83D44689-A456-4576-AF84-E30ED0C54509}" presName="textRect" presStyleLbl="revTx" presStyleIdx="1" presStyleCnt="4">
        <dgm:presLayoutVars>
          <dgm:chMax val="1"/>
          <dgm:chPref val="1"/>
        </dgm:presLayoutVars>
      </dgm:prSet>
      <dgm:spPr/>
    </dgm:pt>
    <dgm:pt modelId="{2A4AE743-B326-457B-9CEC-102FB9F6DAFC}" type="pres">
      <dgm:prSet presAssocID="{755C8FA7-2EFA-4FC5-AFEA-A7474EA2196E}" presName="sibTrans" presStyleLbl="sibTrans2D1" presStyleIdx="0" presStyleCnt="0"/>
      <dgm:spPr/>
    </dgm:pt>
    <dgm:pt modelId="{E823C1C7-7EF4-4333-AB78-8157E8114651}" type="pres">
      <dgm:prSet presAssocID="{39E01640-B139-4702-A78A-6F6CF8008527}" presName="compNode" presStyleCnt="0"/>
      <dgm:spPr/>
    </dgm:pt>
    <dgm:pt modelId="{6045A7B2-8EF6-476D-966B-29FF23364412}" type="pres">
      <dgm:prSet presAssocID="{39E01640-B139-4702-A78A-6F6CF8008527}" presName="iconBgRect" presStyleLbl="bgShp" presStyleIdx="2" presStyleCnt="4"/>
      <dgm:spPr/>
    </dgm:pt>
    <dgm:pt modelId="{DC78F265-F9D9-4116-AED2-A6EF8CB61332}" type="pres">
      <dgm:prSet presAssocID="{39E01640-B139-4702-A78A-6F6CF80085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547FD2B4-B400-4331-BC19-B9281C7AC5FC}" type="pres">
      <dgm:prSet presAssocID="{39E01640-B139-4702-A78A-6F6CF8008527}" presName="spaceRect" presStyleCnt="0"/>
      <dgm:spPr/>
    </dgm:pt>
    <dgm:pt modelId="{3B87E68F-622C-4621-A7FF-3B34F5280D76}" type="pres">
      <dgm:prSet presAssocID="{39E01640-B139-4702-A78A-6F6CF8008527}" presName="textRect" presStyleLbl="revTx" presStyleIdx="2" presStyleCnt="4">
        <dgm:presLayoutVars>
          <dgm:chMax val="1"/>
          <dgm:chPref val="1"/>
        </dgm:presLayoutVars>
      </dgm:prSet>
      <dgm:spPr/>
    </dgm:pt>
    <dgm:pt modelId="{02E08D0A-4B69-46F5-A1F4-E77C828E9DBB}" type="pres">
      <dgm:prSet presAssocID="{4A96BEAB-9D18-478B-A91F-76D28B09F867}" presName="sibTrans" presStyleLbl="sibTrans2D1" presStyleIdx="0" presStyleCnt="0"/>
      <dgm:spPr/>
    </dgm:pt>
    <dgm:pt modelId="{CC99DD7E-2F01-47DD-BECA-D04E38A4EFD8}" type="pres">
      <dgm:prSet presAssocID="{9231C283-B9D9-40A5-9507-B2865824814E}" presName="compNode" presStyleCnt="0"/>
      <dgm:spPr/>
    </dgm:pt>
    <dgm:pt modelId="{CF1F1220-33B6-4180-AC9F-BF24A7AD05BD}" type="pres">
      <dgm:prSet presAssocID="{9231C283-B9D9-40A5-9507-B2865824814E}" presName="iconBgRect" presStyleLbl="bgShp" presStyleIdx="3" presStyleCnt="4"/>
      <dgm:spPr/>
    </dgm:pt>
    <dgm:pt modelId="{6E3F0BC0-042C-4079-A4F6-7D7C36D1DBDF}" type="pres">
      <dgm:prSet presAssocID="{9231C283-B9D9-40A5-9507-B286582481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89CDD78-E7E7-4A26-BC66-0B91F7CD88A7}" type="pres">
      <dgm:prSet presAssocID="{9231C283-B9D9-40A5-9507-B2865824814E}" presName="spaceRect" presStyleCnt="0"/>
      <dgm:spPr/>
    </dgm:pt>
    <dgm:pt modelId="{039B9BD8-2E36-432F-A80D-05DF2CCD2109}" type="pres">
      <dgm:prSet presAssocID="{9231C283-B9D9-40A5-9507-B2865824814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1FA504-BA15-4A89-B581-B3BB0E5CD9A3}" type="presOf" srcId="{755C8FA7-2EFA-4FC5-AFEA-A7474EA2196E}" destId="{2A4AE743-B326-457B-9CEC-102FB9F6DAFC}" srcOrd="0" destOrd="0" presId="urn:microsoft.com/office/officeart/2018/2/layout/IconCircleList"/>
    <dgm:cxn modelId="{ABE22809-B9D5-4A87-AFB1-D17C71B57E7C}" type="presOf" srcId="{B0629EB0-A17B-49AE-86FC-51172CEC05B2}" destId="{7695CEF8-1851-44CB-8068-35C688378F04}" srcOrd="0" destOrd="0" presId="urn:microsoft.com/office/officeart/2018/2/layout/IconCircleList"/>
    <dgm:cxn modelId="{729CD338-AB6A-4715-8BB3-816630FEDAFD}" type="presOf" srcId="{83D44689-A456-4576-AF84-E30ED0C54509}" destId="{4856969E-E076-4AA9-A1AB-516E548BA07D}" srcOrd="0" destOrd="0" presId="urn:microsoft.com/office/officeart/2018/2/layout/IconCircleList"/>
    <dgm:cxn modelId="{7DD12065-5441-4986-A93D-26B9AE9C1239}" type="presOf" srcId="{9231C283-B9D9-40A5-9507-B2865824814E}" destId="{039B9BD8-2E36-432F-A80D-05DF2CCD2109}" srcOrd="0" destOrd="0" presId="urn:microsoft.com/office/officeart/2018/2/layout/IconCircleList"/>
    <dgm:cxn modelId="{FB5C258A-794E-4D03-8F4B-3096438375EA}" srcId="{B0629EB0-A17B-49AE-86FC-51172CEC05B2}" destId="{39E01640-B139-4702-A78A-6F6CF8008527}" srcOrd="2" destOrd="0" parTransId="{F1019266-281F-4D14-B89A-B9FBA52E39C9}" sibTransId="{4A96BEAB-9D18-478B-A91F-76D28B09F867}"/>
    <dgm:cxn modelId="{78AF3492-1DCB-436F-B401-D22B7A6C10B8}" type="presOf" srcId="{39E01640-B139-4702-A78A-6F6CF8008527}" destId="{3B87E68F-622C-4621-A7FF-3B34F5280D76}" srcOrd="0" destOrd="0" presId="urn:microsoft.com/office/officeart/2018/2/layout/IconCircleList"/>
    <dgm:cxn modelId="{64959894-ED99-403F-A7C6-54C19BCD84BD}" type="presOf" srcId="{4A96BEAB-9D18-478B-A91F-76D28B09F867}" destId="{02E08D0A-4B69-46F5-A1F4-E77C828E9DBB}" srcOrd="0" destOrd="0" presId="urn:microsoft.com/office/officeart/2018/2/layout/IconCircleList"/>
    <dgm:cxn modelId="{7AEE6B96-1C8D-4ABD-9140-8A0F5865C7C7}" type="presOf" srcId="{2012F5CB-8CA2-4647-BF91-42C64B9E703B}" destId="{77597352-EB8D-4AE3-B257-E76C3EEC3097}" srcOrd="0" destOrd="0" presId="urn:microsoft.com/office/officeart/2018/2/layout/IconCircleList"/>
    <dgm:cxn modelId="{D4291BB4-6293-4FE6-B04E-B9FD8F0125FF}" srcId="{B0629EB0-A17B-49AE-86FC-51172CEC05B2}" destId="{9231C283-B9D9-40A5-9507-B2865824814E}" srcOrd="3" destOrd="0" parTransId="{AE9ACAA6-2145-4551-84F6-8CFCD23C575D}" sibTransId="{E9BD10D1-58A9-457D-B095-10B7D30656C8}"/>
    <dgm:cxn modelId="{721185CE-D3FA-478D-8033-1C92F5355098}" type="presOf" srcId="{B82CCD2A-3213-4974-BA8F-69A8CBE8A603}" destId="{107DC1DD-3DE4-41C0-BA02-EB5888AC253F}" srcOrd="0" destOrd="0" presId="urn:microsoft.com/office/officeart/2018/2/layout/IconCircleList"/>
    <dgm:cxn modelId="{4B8BFAD5-BD15-4F77-8E30-C9D01A32333D}" srcId="{B0629EB0-A17B-49AE-86FC-51172CEC05B2}" destId="{83D44689-A456-4576-AF84-E30ED0C54509}" srcOrd="1" destOrd="0" parTransId="{169E8199-629D-4BBB-B5DA-9DF6E1D419EE}" sibTransId="{755C8FA7-2EFA-4FC5-AFEA-A7474EA2196E}"/>
    <dgm:cxn modelId="{4FA799FF-6D4B-479A-8F87-7604E42EDB1E}" srcId="{B0629EB0-A17B-49AE-86FC-51172CEC05B2}" destId="{B82CCD2A-3213-4974-BA8F-69A8CBE8A603}" srcOrd="0" destOrd="0" parTransId="{46F75D8C-DC71-4276-8316-9AD93830421E}" sibTransId="{2012F5CB-8CA2-4647-BF91-42C64B9E703B}"/>
    <dgm:cxn modelId="{2326399D-8C1F-41F4-9CEA-A1581D844496}" type="presParOf" srcId="{7695CEF8-1851-44CB-8068-35C688378F04}" destId="{2B2F5F71-C37F-41E8-A6B0-0A5AB7B77966}" srcOrd="0" destOrd="0" presId="urn:microsoft.com/office/officeart/2018/2/layout/IconCircleList"/>
    <dgm:cxn modelId="{6D28BC3B-69AC-4198-BE3C-610E1C320850}" type="presParOf" srcId="{2B2F5F71-C37F-41E8-A6B0-0A5AB7B77966}" destId="{91E13734-2F29-4304-9B68-5F76513D1EA8}" srcOrd="0" destOrd="0" presId="urn:microsoft.com/office/officeart/2018/2/layout/IconCircleList"/>
    <dgm:cxn modelId="{75E6B878-0868-4E94-A9B7-2BB9A618D889}" type="presParOf" srcId="{91E13734-2F29-4304-9B68-5F76513D1EA8}" destId="{068C6E3C-A624-4DFD-A5B1-8A7E683CE69D}" srcOrd="0" destOrd="0" presId="urn:microsoft.com/office/officeart/2018/2/layout/IconCircleList"/>
    <dgm:cxn modelId="{70748D10-A8D0-4BF9-BA4D-342DDE433E1C}" type="presParOf" srcId="{91E13734-2F29-4304-9B68-5F76513D1EA8}" destId="{DEE18221-DFAA-4BCE-9EB4-6AC930FD684A}" srcOrd="1" destOrd="0" presId="urn:microsoft.com/office/officeart/2018/2/layout/IconCircleList"/>
    <dgm:cxn modelId="{FB0CFE51-D8F7-4673-9298-E77A27F7E785}" type="presParOf" srcId="{91E13734-2F29-4304-9B68-5F76513D1EA8}" destId="{999350BB-9AAD-4AA4-966B-F30495C0D0E2}" srcOrd="2" destOrd="0" presId="urn:microsoft.com/office/officeart/2018/2/layout/IconCircleList"/>
    <dgm:cxn modelId="{2662F1DF-8698-4E0A-8096-B66BF5180AD8}" type="presParOf" srcId="{91E13734-2F29-4304-9B68-5F76513D1EA8}" destId="{107DC1DD-3DE4-41C0-BA02-EB5888AC253F}" srcOrd="3" destOrd="0" presId="urn:microsoft.com/office/officeart/2018/2/layout/IconCircleList"/>
    <dgm:cxn modelId="{F89E607C-88CB-4D07-8750-EC62CC628102}" type="presParOf" srcId="{2B2F5F71-C37F-41E8-A6B0-0A5AB7B77966}" destId="{77597352-EB8D-4AE3-B257-E76C3EEC3097}" srcOrd="1" destOrd="0" presId="urn:microsoft.com/office/officeart/2018/2/layout/IconCircleList"/>
    <dgm:cxn modelId="{482B59A6-3262-44C8-88CD-4C04218F54BB}" type="presParOf" srcId="{2B2F5F71-C37F-41E8-A6B0-0A5AB7B77966}" destId="{2EB71005-D959-4454-8DD8-D7F2D45F5C81}" srcOrd="2" destOrd="0" presId="urn:microsoft.com/office/officeart/2018/2/layout/IconCircleList"/>
    <dgm:cxn modelId="{62217DDC-F575-4FED-AF86-8473FAAACEC2}" type="presParOf" srcId="{2EB71005-D959-4454-8DD8-D7F2D45F5C81}" destId="{C836810A-5E38-4B63-BA83-567DD601EC08}" srcOrd="0" destOrd="0" presId="urn:microsoft.com/office/officeart/2018/2/layout/IconCircleList"/>
    <dgm:cxn modelId="{6A198B75-5A26-4C50-9782-831E1E640E1E}" type="presParOf" srcId="{2EB71005-D959-4454-8DD8-D7F2D45F5C81}" destId="{629750FD-B0CB-41E4-BECE-2CD690416597}" srcOrd="1" destOrd="0" presId="urn:microsoft.com/office/officeart/2018/2/layout/IconCircleList"/>
    <dgm:cxn modelId="{9FB5FDA7-B25A-4AAD-ADCA-63191BA59FAE}" type="presParOf" srcId="{2EB71005-D959-4454-8DD8-D7F2D45F5C81}" destId="{13B73587-E6C9-41EC-B3AE-0CF3EC54C7FE}" srcOrd="2" destOrd="0" presId="urn:microsoft.com/office/officeart/2018/2/layout/IconCircleList"/>
    <dgm:cxn modelId="{A67ACCD1-D997-40F8-8F0B-C36BE3D16E26}" type="presParOf" srcId="{2EB71005-D959-4454-8DD8-D7F2D45F5C81}" destId="{4856969E-E076-4AA9-A1AB-516E548BA07D}" srcOrd="3" destOrd="0" presId="urn:microsoft.com/office/officeart/2018/2/layout/IconCircleList"/>
    <dgm:cxn modelId="{3AD0D09B-663E-4678-BF41-FFAFE01AFF5F}" type="presParOf" srcId="{2B2F5F71-C37F-41E8-A6B0-0A5AB7B77966}" destId="{2A4AE743-B326-457B-9CEC-102FB9F6DAFC}" srcOrd="3" destOrd="0" presId="urn:microsoft.com/office/officeart/2018/2/layout/IconCircleList"/>
    <dgm:cxn modelId="{BBCD204F-6F2A-414A-821D-FCDC31373DFC}" type="presParOf" srcId="{2B2F5F71-C37F-41E8-A6B0-0A5AB7B77966}" destId="{E823C1C7-7EF4-4333-AB78-8157E8114651}" srcOrd="4" destOrd="0" presId="urn:microsoft.com/office/officeart/2018/2/layout/IconCircleList"/>
    <dgm:cxn modelId="{83BB6A87-64E5-46F0-ADDC-CE6BF3AD831B}" type="presParOf" srcId="{E823C1C7-7EF4-4333-AB78-8157E8114651}" destId="{6045A7B2-8EF6-476D-966B-29FF23364412}" srcOrd="0" destOrd="0" presId="urn:microsoft.com/office/officeart/2018/2/layout/IconCircleList"/>
    <dgm:cxn modelId="{9895AE94-8068-429C-AB6C-AE4559D972D3}" type="presParOf" srcId="{E823C1C7-7EF4-4333-AB78-8157E8114651}" destId="{DC78F265-F9D9-4116-AED2-A6EF8CB61332}" srcOrd="1" destOrd="0" presId="urn:microsoft.com/office/officeart/2018/2/layout/IconCircleList"/>
    <dgm:cxn modelId="{BB07A90F-094A-407B-8C68-C1A534882D99}" type="presParOf" srcId="{E823C1C7-7EF4-4333-AB78-8157E8114651}" destId="{547FD2B4-B400-4331-BC19-B9281C7AC5FC}" srcOrd="2" destOrd="0" presId="urn:microsoft.com/office/officeart/2018/2/layout/IconCircleList"/>
    <dgm:cxn modelId="{BC3BD9B4-06FF-4778-AB8B-A8A01D17C501}" type="presParOf" srcId="{E823C1C7-7EF4-4333-AB78-8157E8114651}" destId="{3B87E68F-622C-4621-A7FF-3B34F5280D76}" srcOrd="3" destOrd="0" presId="urn:microsoft.com/office/officeart/2018/2/layout/IconCircleList"/>
    <dgm:cxn modelId="{E586FCC2-DDCD-4831-A14F-602335296A0D}" type="presParOf" srcId="{2B2F5F71-C37F-41E8-A6B0-0A5AB7B77966}" destId="{02E08D0A-4B69-46F5-A1F4-E77C828E9DBB}" srcOrd="5" destOrd="0" presId="urn:microsoft.com/office/officeart/2018/2/layout/IconCircleList"/>
    <dgm:cxn modelId="{514F51C5-DABD-444B-B578-22260AA9E444}" type="presParOf" srcId="{2B2F5F71-C37F-41E8-A6B0-0A5AB7B77966}" destId="{CC99DD7E-2F01-47DD-BECA-D04E38A4EFD8}" srcOrd="6" destOrd="0" presId="urn:microsoft.com/office/officeart/2018/2/layout/IconCircleList"/>
    <dgm:cxn modelId="{819B8964-B076-4993-A2DF-09A660A46A4C}" type="presParOf" srcId="{CC99DD7E-2F01-47DD-BECA-D04E38A4EFD8}" destId="{CF1F1220-33B6-4180-AC9F-BF24A7AD05BD}" srcOrd="0" destOrd="0" presId="urn:microsoft.com/office/officeart/2018/2/layout/IconCircleList"/>
    <dgm:cxn modelId="{36BC6D24-7E7F-4A2B-84F7-E68899400FE1}" type="presParOf" srcId="{CC99DD7E-2F01-47DD-BECA-D04E38A4EFD8}" destId="{6E3F0BC0-042C-4079-A4F6-7D7C36D1DBDF}" srcOrd="1" destOrd="0" presId="urn:microsoft.com/office/officeart/2018/2/layout/IconCircleList"/>
    <dgm:cxn modelId="{91037561-E944-4FAF-B366-76E78B35FE50}" type="presParOf" srcId="{CC99DD7E-2F01-47DD-BECA-D04E38A4EFD8}" destId="{889CDD78-E7E7-4A26-BC66-0B91F7CD88A7}" srcOrd="2" destOrd="0" presId="urn:microsoft.com/office/officeart/2018/2/layout/IconCircleList"/>
    <dgm:cxn modelId="{E21C7A73-C152-48FD-ADED-65469FB33C46}" type="presParOf" srcId="{CC99DD7E-2F01-47DD-BECA-D04E38A4EFD8}" destId="{039B9BD8-2E36-432F-A80D-05DF2CCD210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FC407D-081F-4926-9826-23A748FFB09E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2B22B9-4491-4C19-AD7F-F3870DD6DB9B}">
      <dgm:prSet/>
      <dgm:spPr/>
      <dgm:t>
        <a:bodyPr/>
        <a:lstStyle/>
        <a:p>
          <a:r>
            <a:rPr lang="en-US"/>
            <a:t>Conduct</a:t>
          </a:r>
        </a:p>
      </dgm:t>
    </dgm:pt>
    <dgm:pt modelId="{3BAB1297-793A-4F07-B7EF-1EF0AB6F22DC}" type="parTrans" cxnId="{ED648F3C-E6C5-419C-B73E-9D06C1A546A0}">
      <dgm:prSet/>
      <dgm:spPr/>
      <dgm:t>
        <a:bodyPr/>
        <a:lstStyle/>
        <a:p>
          <a:endParaRPr lang="en-US"/>
        </a:p>
      </dgm:t>
    </dgm:pt>
    <dgm:pt modelId="{C4285A15-C51C-4E27-81C7-DD7565FFDA31}" type="sibTrans" cxnId="{ED648F3C-E6C5-419C-B73E-9D06C1A546A0}">
      <dgm:prSet/>
      <dgm:spPr/>
      <dgm:t>
        <a:bodyPr/>
        <a:lstStyle/>
        <a:p>
          <a:endParaRPr lang="en-US"/>
        </a:p>
      </dgm:t>
    </dgm:pt>
    <dgm:pt modelId="{80A970A5-0451-4072-B498-E240FFBE726C}">
      <dgm:prSet/>
      <dgm:spPr/>
      <dgm:t>
        <a:bodyPr/>
        <a:lstStyle/>
        <a:p>
          <a:r>
            <a:rPr lang="en-US"/>
            <a:t>Conduct secure coding training.</a:t>
          </a:r>
        </a:p>
      </dgm:t>
    </dgm:pt>
    <dgm:pt modelId="{8AC2D047-7351-4FEA-8065-AFD47D3B62E2}" type="parTrans" cxnId="{C2F672BC-F341-436A-B659-4B01652C0F29}">
      <dgm:prSet/>
      <dgm:spPr/>
      <dgm:t>
        <a:bodyPr/>
        <a:lstStyle/>
        <a:p>
          <a:endParaRPr lang="en-US"/>
        </a:p>
      </dgm:t>
    </dgm:pt>
    <dgm:pt modelId="{6DB1881A-243D-4091-A447-28ED10D9CD6E}" type="sibTrans" cxnId="{C2F672BC-F341-436A-B659-4B01652C0F29}">
      <dgm:prSet/>
      <dgm:spPr/>
      <dgm:t>
        <a:bodyPr/>
        <a:lstStyle/>
        <a:p>
          <a:endParaRPr lang="en-US"/>
        </a:p>
      </dgm:t>
    </dgm:pt>
    <dgm:pt modelId="{97515377-B20D-46B9-8E09-3F33C82987BC}">
      <dgm:prSet/>
      <dgm:spPr/>
      <dgm:t>
        <a:bodyPr/>
        <a:lstStyle/>
        <a:p>
          <a:r>
            <a:rPr lang="en-US"/>
            <a:t>Promote</a:t>
          </a:r>
        </a:p>
      </dgm:t>
    </dgm:pt>
    <dgm:pt modelId="{956DFF41-76CA-4E07-B9E2-3B7A6BFDFA79}" type="parTrans" cxnId="{A7C6E35B-9F10-469E-852A-2A1E066B0A78}">
      <dgm:prSet/>
      <dgm:spPr/>
      <dgm:t>
        <a:bodyPr/>
        <a:lstStyle/>
        <a:p>
          <a:endParaRPr lang="en-US"/>
        </a:p>
      </dgm:t>
    </dgm:pt>
    <dgm:pt modelId="{788424D8-388B-40A3-92A0-C1B84F79A255}" type="sibTrans" cxnId="{A7C6E35B-9F10-469E-852A-2A1E066B0A78}">
      <dgm:prSet/>
      <dgm:spPr/>
      <dgm:t>
        <a:bodyPr/>
        <a:lstStyle/>
        <a:p>
          <a:endParaRPr lang="en-US"/>
        </a:p>
      </dgm:t>
    </dgm:pt>
    <dgm:pt modelId="{2308620E-10F6-49DE-B847-95141F6820EB}">
      <dgm:prSet/>
      <dgm:spPr/>
      <dgm:t>
        <a:bodyPr/>
        <a:lstStyle/>
        <a:p>
          <a:r>
            <a:rPr lang="en-US"/>
            <a:t>Promote a security-first culture.</a:t>
          </a:r>
        </a:p>
      </dgm:t>
    </dgm:pt>
    <dgm:pt modelId="{A48EE2DB-D8CC-42DD-9F88-74FEA3B46A89}" type="parTrans" cxnId="{285CC8DE-7410-4751-8FC6-A9B16A3BB64E}">
      <dgm:prSet/>
      <dgm:spPr/>
      <dgm:t>
        <a:bodyPr/>
        <a:lstStyle/>
        <a:p>
          <a:endParaRPr lang="en-US"/>
        </a:p>
      </dgm:t>
    </dgm:pt>
    <dgm:pt modelId="{82616BCF-4285-45FE-BDEB-CA5E34CE2886}" type="sibTrans" cxnId="{285CC8DE-7410-4751-8FC6-A9B16A3BB64E}">
      <dgm:prSet/>
      <dgm:spPr/>
      <dgm:t>
        <a:bodyPr/>
        <a:lstStyle/>
        <a:p>
          <a:endParaRPr lang="en-US"/>
        </a:p>
      </dgm:t>
    </dgm:pt>
    <dgm:pt modelId="{4B4F4BF5-CF64-4710-A054-F47A6DB63342}">
      <dgm:prSet/>
      <dgm:spPr/>
      <dgm:t>
        <a:bodyPr/>
        <a:lstStyle/>
        <a:p>
          <a:r>
            <a:rPr lang="en-US"/>
            <a:t>Share</a:t>
          </a:r>
        </a:p>
      </dgm:t>
    </dgm:pt>
    <dgm:pt modelId="{5011D229-197B-479D-9DA7-047CC8459E1D}" type="parTrans" cxnId="{4E4AF2A3-F94C-41D8-9240-307E13D83622}">
      <dgm:prSet/>
      <dgm:spPr/>
      <dgm:t>
        <a:bodyPr/>
        <a:lstStyle/>
        <a:p>
          <a:endParaRPr lang="en-US"/>
        </a:p>
      </dgm:t>
    </dgm:pt>
    <dgm:pt modelId="{25850C13-B47A-4C2B-9792-1036C8E45241}" type="sibTrans" cxnId="{4E4AF2A3-F94C-41D8-9240-307E13D83622}">
      <dgm:prSet/>
      <dgm:spPr/>
      <dgm:t>
        <a:bodyPr/>
        <a:lstStyle/>
        <a:p>
          <a:endParaRPr lang="en-US"/>
        </a:p>
      </dgm:t>
    </dgm:pt>
    <dgm:pt modelId="{CDBC4E70-5A70-4521-8A28-C07853C03464}">
      <dgm:prSet/>
      <dgm:spPr/>
      <dgm:t>
        <a:bodyPr/>
        <a:lstStyle/>
        <a:p>
          <a:r>
            <a:rPr lang="en-US"/>
            <a:t>Share guidelines on safe coding and repository usage.</a:t>
          </a:r>
        </a:p>
      </dgm:t>
    </dgm:pt>
    <dgm:pt modelId="{D227FFF0-C054-4A44-BAC1-59215C77D4D5}" type="parTrans" cxnId="{5C4843F3-DB37-4CBC-B1E8-5768830C9B3C}">
      <dgm:prSet/>
      <dgm:spPr/>
      <dgm:t>
        <a:bodyPr/>
        <a:lstStyle/>
        <a:p>
          <a:endParaRPr lang="en-US"/>
        </a:p>
      </dgm:t>
    </dgm:pt>
    <dgm:pt modelId="{B906A126-B48C-4642-9A77-0BC1FA0E12BC}" type="sibTrans" cxnId="{5C4843F3-DB37-4CBC-B1E8-5768830C9B3C}">
      <dgm:prSet/>
      <dgm:spPr/>
      <dgm:t>
        <a:bodyPr/>
        <a:lstStyle/>
        <a:p>
          <a:endParaRPr lang="en-US"/>
        </a:p>
      </dgm:t>
    </dgm:pt>
    <dgm:pt modelId="{DAD9C79F-67B7-4F99-887B-4462059D19FB}">
      <dgm:prSet/>
      <dgm:spPr/>
      <dgm:t>
        <a:bodyPr/>
        <a:lstStyle/>
        <a:p>
          <a:r>
            <a:rPr lang="en-US"/>
            <a:t>Encourage</a:t>
          </a:r>
        </a:p>
      </dgm:t>
    </dgm:pt>
    <dgm:pt modelId="{3C94C06B-5DAB-4C2B-AD01-7DAED50BC0D1}" type="parTrans" cxnId="{1B4D6B28-2760-475F-BD2C-2100A76F1D4C}">
      <dgm:prSet/>
      <dgm:spPr/>
      <dgm:t>
        <a:bodyPr/>
        <a:lstStyle/>
        <a:p>
          <a:endParaRPr lang="en-US"/>
        </a:p>
      </dgm:t>
    </dgm:pt>
    <dgm:pt modelId="{E0540C0E-3F81-43EE-A2F8-B725D9D459BC}" type="sibTrans" cxnId="{1B4D6B28-2760-475F-BD2C-2100A76F1D4C}">
      <dgm:prSet/>
      <dgm:spPr/>
      <dgm:t>
        <a:bodyPr/>
        <a:lstStyle/>
        <a:p>
          <a:endParaRPr lang="en-US"/>
        </a:p>
      </dgm:t>
    </dgm:pt>
    <dgm:pt modelId="{1927D34C-9259-4A01-AA5F-C4104C69DC69}">
      <dgm:prSet/>
      <dgm:spPr/>
      <dgm:t>
        <a:bodyPr/>
        <a:lstStyle/>
        <a:p>
          <a:r>
            <a:rPr lang="en-US"/>
            <a:t>Encourage reporting of suspicious activity.</a:t>
          </a:r>
        </a:p>
      </dgm:t>
    </dgm:pt>
    <dgm:pt modelId="{0D8528B0-FE1A-491C-83F8-D6279FEAAC2B}" type="parTrans" cxnId="{453DA10D-B54B-4D42-A6B3-022A2976080C}">
      <dgm:prSet/>
      <dgm:spPr/>
      <dgm:t>
        <a:bodyPr/>
        <a:lstStyle/>
        <a:p>
          <a:endParaRPr lang="en-US"/>
        </a:p>
      </dgm:t>
    </dgm:pt>
    <dgm:pt modelId="{47F5EA1C-412B-4429-AD77-E1878A401933}" type="sibTrans" cxnId="{453DA10D-B54B-4D42-A6B3-022A2976080C}">
      <dgm:prSet/>
      <dgm:spPr/>
      <dgm:t>
        <a:bodyPr/>
        <a:lstStyle/>
        <a:p>
          <a:endParaRPr lang="en-US"/>
        </a:p>
      </dgm:t>
    </dgm:pt>
    <dgm:pt modelId="{214398D9-B51F-4417-9AE1-D14CAD2AA973}" type="pres">
      <dgm:prSet presAssocID="{BAFC407D-081F-4926-9826-23A748FFB09E}" presName="Name0" presStyleCnt="0">
        <dgm:presLayoutVars>
          <dgm:dir/>
          <dgm:animLvl val="lvl"/>
          <dgm:resizeHandles val="exact"/>
        </dgm:presLayoutVars>
      </dgm:prSet>
      <dgm:spPr/>
    </dgm:pt>
    <dgm:pt modelId="{97D7FACB-0EE8-4943-B8AC-5358B3F718CF}" type="pres">
      <dgm:prSet presAssocID="{E32B22B9-4491-4C19-AD7F-F3870DD6DB9B}" presName="linNode" presStyleCnt="0"/>
      <dgm:spPr/>
    </dgm:pt>
    <dgm:pt modelId="{2CA28063-E027-409A-BD44-4CA98EDD5C2C}" type="pres">
      <dgm:prSet presAssocID="{E32B22B9-4491-4C19-AD7F-F3870DD6DB9B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0EEDFB88-5DAA-4611-A389-46D3939054AB}" type="pres">
      <dgm:prSet presAssocID="{E32B22B9-4491-4C19-AD7F-F3870DD6DB9B}" presName="descendantText" presStyleLbl="alignAccFollowNode1" presStyleIdx="0" presStyleCnt="4">
        <dgm:presLayoutVars>
          <dgm:bulletEnabled/>
        </dgm:presLayoutVars>
      </dgm:prSet>
      <dgm:spPr/>
    </dgm:pt>
    <dgm:pt modelId="{8C316E0B-D5AA-4DE6-80F9-33B56403110A}" type="pres">
      <dgm:prSet presAssocID="{C4285A15-C51C-4E27-81C7-DD7565FFDA31}" presName="sp" presStyleCnt="0"/>
      <dgm:spPr/>
    </dgm:pt>
    <dgm:pt modelId="{477BC600-88AB-4738-B987-9B5A3B563521}" type="pres">
      <dgm:prSet presAssocID="{97515377-B20D-46B9-8E09-3F33C82987BC}" presName="linNode" presStyleCnt="0"/>
      <dgm:spPr/>
    </dgm:pt>
    <dgm:pt modelId="{D86B0FC1-77A6-4209-BE64-97339776F97E}" type="pres">
      <dgm:prSet presAssocID="{97515377-B20D-46B9-8E09-3F33C82987BC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8C25ED4-0EB3-4B42-91F5-F33932AC3B4A}" type="pres">
      <dgm:prSet presAssocID="{97515377-B20D-46B9-8E09-3F33C82987BC}" presName="descendantText" presStyleLbl="alignAccFollowNode1" presStyleIdx="1" presStyleCnt="4">
        <dgm:presLayoutVars>
          <dgm:bulletEnabled/>
        </dgm:presLayoutVars>
      </dgm:prSet>
      <dgm:spPr/>
    </dgm:pt>
    <dgm:pt modelId="{2AD15C49-E4BA-457B-B6BD-C7460127D26D}" type="pres">
      <dgm:prSet presAssocID="{788424D8-388B-40A3-92A0-C1B84F79A255}" presName="sp" presStyleCnt="0"/>
      <dgm:spPr/>
    </dgm:pt>
    <dgm:pt modelId="{B0FA04EA-FF3D-40E5-A8E9-0DF15AE246A4}" type="pres">
      <dgm:prSet presAssocID="{4B4F4BF5-CF64-4710-A054-F47A6DB63342}" presName="linNode" presStyleCnt="0"/>
      <dgm:spPr/>
    </dgm:pt>
    <dgm:pt modelId="{8DDEE89B-36AE-4302-ACD5-1C7CFF6313D1}" type="pres">
      <dgm:prSet presAssocID="{4B4F4BF5-CF64-4710-A054-F47A6DB6334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DDBAA215-967E-480A-AE96-E31C1D38ECAF}" type="pres">
      <dgm:prSet presAssocID="{4B4F4BF5-CF64-4710-A054-F47A6DB63342}" presName="descendantText" presStyleLbl="alignAccFollowNode1" presStyleIdx="2" presStyleCnt="4">
        <dgm:presLayoutVars>
          <dgm:bulletEnabled/>
        </dgm:presLayoutVars>
      </dgm:prSet>
      <dgm:spPr/>
    </dgm:pt>
    <dgm:pt modelId="{0B680503-E628-45C5-BAC1-FB7B251679BD}" type="pres">
      <dgm:prSet presAssocID="{25850C13-B47A-4C2B-9792-1036C8E45241}" presName="sp" presStyleCnt="0"/>
      <dgm:spPr/>
    </dgm:pt>
    <dgm:pt modelId="{C0B5C8C4-339E-44F9-B30B-F7519A3EE685}" type="pres">
      <dgm:prSet presAssocID="{DAD9C79F-67B7-4F99-887B-4462059D19FB}" presName="linNode" presStyleCnt="0"/>
      <dgm:spPr/>
    </dgm:pt>
    <dgm:pt modelId="{D9A1ED61-D6A8-4308-A7B6-E7E8967A9FFA}" type="pres">
      <dgm:prSet presAssocID="{DAD9C79F-67B7-4F99-887B-4462059D19F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84C86BE7-397C-4927-908D-EBE3544A6006}" type="pres">
      <dgm:prSet presAssocID="{DAD9C79F-67B7-4F99-887B-4462059D19F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010FC502-29DA-48B0-9874-9E93F8264653}" type="presOf" srcId="{1927D34C-9259-4A01-AA5F-C4104C69DC69}" destId="{84C86BE7-397C-4927-908D-EBE3544A6006}" srcOrd="0" destOrd="0" presId="urn:microsoft.com/office/officeart/2016/7/layout/VerticalSolidActionList"/>
    <dgm:cxn modelId="{453DA10D-B54B-4D42-A6B3-022A2976080C}" srcId="{DAD9C79F-67B7-4F99-887B-4462059D19FB}" destId="{1927D34C-9259-4A01-AA5F-C4104C69DC69}" srcOrd="0" destOrd="0" parTransId="{0D8528B0-FE1A-491C-83F8-D6279FEAAC2B}" sibTransId="{47F5EA1C-412B-4429-AD77-E1878A401933}"/>
    <dgm:cxn modelId="{1B4D6B28-2760-475F-BD2C-2100A76F1D4C}" srcId="{BAFC407D-081F-4926-9826-23A748FFB09E}" destId="{DAD9C79F-67B7-4F99-887B-4462059D19FB}" srcOrd="3" destOrd="0" parTransId="{3C94C06B-5DAB-4C2B-AD01-7DAED50BC0D1}" sibTransId="{E0540C0E-3F81-43EE-A2F8-B725D9D459BC}"/>
    <dgm:cxn modelId="{64541030-D3DE-48F1-8471-DECD412EDE94}" type="presOf" srcId="{E32B22B9-4491-4C19-AD7F-F3870DD6DB9B}" destId="{2CA28063-E027-409A-BD44-4CA98EDD5C2C}" srcOrd="0" destOrd="0" presId="urn:microsoft.com/office/officeart/2016/7/layout/VerticalSolidActionList"/>
    <dgm:cxn modelId="{ED648F3C-E6C5-419C-B73E-9D06C1A546A0}" srcId="{BAFC407D-081F-4926-9826-23A748FFB09E}" destId="{E32B22B9-4491-4C19-AD7F-F3870DD6DB9B}" srcOrd="0" destOrd="0" parTransId="{3BAB1297-793A-4F07-B7EF-1EF0AB6F22DC}" sibTransId="{C4285A15-C51C-4E27-81C7-DD7565FFDA31}"/>
    <dgm:cxn modelId="{AE74D33E-0FF8-4CD0-8EE6-A25C4F1DBB01}" type="presOf" srcId="{80A970A5-0451-4072-B498-E240FFBE726C}" destId="{0EEDFB88-5DAA-4611-A389-46D3939054AB}" srcOrd="0" destOrd="0" presId="urn:microsoft.com/office/officeart/2016/7/layout/VerticalSolidActionList"/>
    <dgm:cxn modelId="{A7C6E35B-9F10-469E-852A-2A1E066B0A78}" srcId="{BAFC407D-081F-4926-9826-23A748FFB09E}" destId="{97515377-B20D-46B9-8E09-3F33C82987BC}" srcOrd="1" destOrd="0" parTransId="{956DFF41-76CA-4E07-B9E2-3B7A6BFDFA79}" sibTransId="{788424D8-388B-40A3-92A0-C1B84F79A255}"/>
    <dgm:cxn modelId="{87BAEA68-7FDB-4F2F-9CA0-BF84C76B30C5}" type="presOf" srcId="{97515377-B20D-46B9-8E09-3F33C82987BC}" destId="{D86B0FC1-77A6-4209-BE64-97339776F97E}" srcOrd="0" destOrd="0" presId="urn:microsoft.com/office/officeart/2016/7/layout/VerticalSolidActionList"/>
    <dgm:cxn modelId="{4C569349-952C-48A8-B3EA-FC09741B1587}" type="presOf" srcId="{4B4F4BF5-CF64-4710-A054-F47A6DB63342}" destId="{8DDEE89B-36AE-4302-ACD5-1C7CFF6313D1}" srcOrd="0" destOrd="0" presId="urn:microsoft.com/office/officeart/2016/7/layout/VerticalSolidActionList"/>
    <dgm:cxn modelId="{E8F32A77-24A6-48F0-B29A-6081A7165941}" type="presOf" srcId="{DAD9C79F-67B7-4F99-887B-4462059D19FB}" destId="{D9A1ED61-D6A8-4308-A7B6-E7E8967A9FFA}" srcOrd="0" destOrd="0" presId="urn:microsoft.com/office/officeart/2016/7/layout/VerticalSolidActionList"/>
    <dgm:cxn modelId="{4E4AF2A3-F94C-41D8-9240-307E13D83622}" srcId="{BAFC407D-081F-4926-9826-23A748FFB09E}" destId="{4B4F4BF5-CF64-4710-A054-F47A6DB63342}" srcOrd="2" destOrd="0" parTransId="{5011D229-197B-479D-9DA7-047CC8459E1D}" sibTransId="{25850C13-B47A-4C2B-9792-1036C8E45241}"/>
    <dgm:cxn modelId="{F5ECA0AA-FEF5-457E-8ED1-EA1F6779974F}" type="presOf" srcId="{BAFC407D-081F-4926-9826-23A748FFB09E}" destId="{214398D9-B51F-4417-9AE1-D14CAD2AA973}" srcOrd="0" destOrd="0" presId="urn:microsoft.com/office/officeart/2016/7/layout/VerticalSolidActionList"/>
    <dgm:cxn modelId="{5742AAB2-2D39-4E02-83AD-CEBCB7439C61}" type="presOf" srcId="{CDBC4E70-5A70-4521-8A28-C07853C03464}" destId="{DDBAA215-967E-480A-AE96-E31C1D38ECAF}" srcOrd="0" destOrd="0" presId="urn:microsoft.com/office/officeart/2016/7/layout/VerticalSolidActionList"/>
    <dgm:cxn modelId="{C2F672BC-F341-436A-B659-4B01652C0F29}" srcId="{E32B22B9-4491-4C19-AD7F-F3870DD6DB9B}" destId="{80A970A5-0451-4072-B498-E240FFBE726C}" srcOrd="0" destOrd="0" parTransId="{8AC2D047-7351-4FEA-8065-AFD47D3B62E2}" sibTransId="{6DB1881A-243D-4091-A447-28ED10D9CD6E}"/>
    <dgm:cxn modelId="{285CC8DE-7410-4751-8FC6-A9B16A3BB64E}" srcId="{97515377-B20D-46B9-8E09-3F33C82987BC}" destId="{2308620E-10F6-49DE-B847-95141F6820EB}" srcOrd="0" destOrd="0" parTransId="{A48EE2DB-D8CC-42DD-9F88-74FEA3B46A89}" sibTransId="{82616BCF-4285-45FE-BDEB-CA5E34CE2886}"/>
    <dgm:cxn modelId="{5C4843F3-DB37-4CBC-B1E8-5768830C9B3C}" srcId="{4B4F4BF5-CF64-4710-A054-F47A6DB63342}" destId="{CDBC4E70-5A70-4521-8A28-C07853C03464}" srcOrd="0" destOrd="0" parTransId="{D227FFF0-C054-4A44-BAC1-59215C77D4D5}" sibTransId="{B906A126-B48C-4642-9A77-0BC1FA0E12BC}"/>
    <dgm:cxn modelId="{BE1917FD-54F6-455B-A4CA-F11AE7E2D9F2}" type="presOf" srcId="{2308620E-10F6-49DE-B847-95141F6820EB}" destId="{C8C25ED4-0EB3-4B42-91F5-F33932AC3B4A}" srcOrd="0" destOrd="0" presId="urn:microsoft.com/office/officeart/2016/7/layout/VerticalSolidActionList"/>
    <dgm:cxn modelId="{07A73694-46CC-4B63-98D5-9E758C2E4B1E}" type="presParOf" srcId="{214398D9-B51F-4417-9AE1-D14CAD2AA973}" destId="{97D7FACB-0EE8-4943-B8AC-5358B3F718CF}" srcOrd="0" destOrd="0" presId="urn:microsoft.com/office/officeart/2016/7/layout/VerticalSolidActionList"/>
    <dgm:cxn modelId="{F214740F-7D10-4C22-AEAD-C3C93951C85F}" type="presParOf" srcId="{97D7FACB-0EE8-4943-B8AC-5358B3F718CF}" destId="{2CA28063-E027-409A-BD44-4CA98EDD5C2C}" srcOrd="0" destOrd="0" presId="urn:microsoft.com/office/officeart/2016/7/layout/VerticalSolidActionList"/>
    <dgm:cxn modelId="{5DD9D9FE-46AD-42BB-B10E-8221A4DC83B0}" type="presParOf" srcId="{97D7FACB-0EE8-4943-B8AC-5358B3F718CF}" destId="{0EEDFB88-5DAA-4611-A389-46D3939054AB}" srcOrd="1" destOrd="0" presId="urn:microsoft.com/office/officeart/2016/7/layout/VerticalSolidActionList"/>
    <dgm:cxn modelId="{0A4E6DCF-F03F-449A-89FB-5F7E8B39380C}" type="presParOf" srcId="{214398D9-B51F-4417-9AE1-D14CAD2AA973}" destId="{8C316E0B-D5AA-4DE6-80F9-33B56403110A}" srcOrd="1" destOrd="0" presId="urn:microsoft.com/office/officeart/2016/7/layout/VerticalSolidActionList"/>
    <dgm:cxn modelId="{1640371F-5712-4243-B764-AF64A1DDB974}" type="presParOf" srcId="{214398D9-B51F-4417-9AE1-D14CAD2AA973}" destId="{477BC600-88AB-4738-B987-9B5A3B563521}" srcOrd="2" destOrd="0" presId="urn:microsoft.com/office/officeart/2016/7/layout/VerticalSolidActionList"/>
    <dgm:cxn modelId="{CA326167-DB50-472A-BA72-6B798638CCE7}" type="presParOf" srcId="{477BC600-88AB-4738-B987-9B5A3B563521}" destId="{D86B0FC1-77A6-4209-BE64-97339776F97E}" srcOrd="0" destOrd="0" presId="urn:microsoft.com/office/officeart/2016/7/layout/VerticalSolidActionList"/>
    <dgm:cxn modelId="{9CD09A55-B7EE-41CF-9D9F-E0AE085DED8B}" type="presParOf" srcId="{477BC600-88AB-4738-B987-9B5A3B563521}" destId="{C8C25ED4-0EB3-4B42-91F5-F33932AC3B4A}" srcOrd="1" destOrd="0" presId="urn:microsoft.com/office/officeart/2016/7/layout/VerticalSolidActionList"/>
    <dgm:cxn modelId="{9DC0B7D8-2DD9-4785-B7B3-46FD41145A6B}" type="presParOf" srcId="{214398D9-B51F-4417-9AE1-D14CAD2AA973}" destId="{2AD15C49-E4BA-457B-B6BD-C7460127D26D}" srcOrd="3" destOrd="0" presId="urn:microsoft.com/office/officeart/2016/7/layout/VerticalSolidActionList"/>
    <dgm:cxn modelId="{A55F00C7-C88B-4B61-AC05-0A9DB9EDD166}" type="presParOf" srcId="{214398D9-B51F-4417-9AE1-D14CAD2AA973}" destId="{B0FA04EA-FF3D-40E5-A8E9-0DF15AE246A4}" srcOrd="4" destOrd="0" presId="urn:microsoft.com/office/officeart/2016/7/layout/VerticalSolidActionList"/>
    <dgm:cxn modelId="{AE6210A2-2404-4A78-A5F2-64B7BDDB26E3}" type="presParOf" srcId="{B0FA04EA-FF3D-40E5-A8E9-0DF15AE246A4}" destId="{8DDEE89B-36AE-4302-ACD5-1C7CFF6313D1}" srcOrd="0" destOrd="0" presId="urn:microsoft.com/office/officeart/2016/7/layout/VerticalSolidActionList"/>
    <dgm:cxn modelId="{6E3DC419-6D4C-490D-A6F5-AE79D07B5004}" type="presParOf" srcId="{B0FA04EA-FF3D-40E5-A8E9-0DF15AE246A4}" destId="{DDBAA215-967E-480A-AE96-E31C1D38ECAF}" srcOrd="1" destOrd="0" presId="urn:microsoft.com/office/officeart/2016/7/layout/VerticalSolidActionList"/>
    <dgm:cxn modelId="{CCE677B5-85D9-4BC7-8503-DD63261499F0}" type="presParOf" srcId="{214398D9-B51F-4417-9AE1-D14CAD2AA973}" destId="{0B680503-E628-45C5-BAC1-FB7B251679BD}" srcOrd="5" destOrd="0" presId="urn:microsoft.com/office/officeart/2016/7/layout/VerticalSolidActionList"/>
    <dgm:cxn modelId="{B2FF8FF8-53B4-48F1-9194-F282CC4123A8}" type="presParOf" srcId="{214398D9-B51F-4417-9AE1-D14CAD2AA973}" destId="{C0B5C8C4-339E-44F9-B30B-F7519A3EE685}" srcOrd="6" destOrd="0" presId="urn:microsoft.com/office/officeart/2016/7/layout/VerticalSolidActionList"/>
    <dgm:cxn modelId="{893C6DF7-2FD6-4BDA-A63F-A4FD248EDDF8}" type="presParOf" srcId="{C0B5C8C4-339E-44F9-B30B-F7519A3EE685}" destId="{D9A1ED61-D6A8-4308-A7B6-E7E8967A9FFA}" srcOrd="0" destOrd="0" presId="urn:microsoft.com/office/officeart/2016/7/layout/VerticalSolidActionList"/>
    <dgm:cxn modelId="{DAB29C52-3AF4-4945-8510-5E7CEF9120B5}" type="presParOf" srcId="{C0B5C8C4-339E-44F9-B30B-F7519A3EE685}" destId="{84C86BE7-397C-4927-908D-EBE3544A600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B2170-B3F5-43E1-9204-ADF46A0D6197}">
      <dsp:nvSpPr>
        <dsp:cNvPr id="0" name=""/>
        <dsp:cNvSpPr/>
      </dsp:nvSpPr>
      <dsp:spPr>
        <a:xfrm>
          <a:off x="0" y="1805"/>
          <a:ext cx="5393361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5A1BA-39CC-4790-AE5F-D43F30D1F608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5CE59-4045-4D9C-A8EE-9870C3906383}">
      <dsp:nvSpPr>
        <dsp:cNvPr id="0" name=""/>
        <dsp:cNvSpPr/>
      </dsp:nvSpPr>
      <dsp:spPr>
        <a:xfrm>
          <a:off x="1057183" y="1805"/>
          <a:ext cx="433617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Repositories store core intellectual property.</a:t>
          </a:r>
        </a:p>
      </dsp:txBody>
      <dsp:txXfrm>
        <a:off x="1057183" y="1805"/>
        <a:ext cx="4336177" cy="915310"/>
      </dsp:txXfrm>
    </dsp:sp>
    <dsp:sp modelId="{6CC25093-0D91-413E-B88F-3A708D6667AA}">
      <dsp:nvSpPr>
        <dsp:cNvPr id="0" name=""/>
        <dsp:cNvSpPr/>
      </dsp:nvSpPr>
      <dsp:spPr>
        <a:xfrm>
          <a:off x="0" y="1145944"/>
          <a:ext cx="5393361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AB495-D2F0-4217-AE20-0DC327D4D428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8C174-259A-4200-A114-DF87A3DE0BB5}">
      <dsp:nvSpPr>
        <dsp:cNvPr id="0" name=""/>
        <dsp:cNvSpPr/>
      </dsp:nvSpPr>
      <dsp:spPr>
        <a:xfrm>
          <a:off x="1057183" y="1145944"/>
          <a:ext cx="433617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Exposed vulnerabilities in code can be exploited.</a:t>
          </a:r>
        </a:p>
      </dsp:txBody>
      <dsp:txXfrm>
        <a:off x="1057183" y="1145944"/>
        <a:ext cx="4336177" cy="915310"/>
      </dsp:txXfrm>
    </dsp:sp>
    <dsp:sp modelId="{14F1A82E-981F-4877-8C5D-5910D881AB40}">
      <dsp:nvSpPr>
        <dsp:cNvPr id="0" name=""/>
        <dsp:cNvSpPr/>
      </dsp:nvSpPr>
      <dsp:spPr>
        <a:xfrm>
          <a:off x="0" y="2290082"/>
          <a:ext cx="5393361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9D8B8-1761-486E-8D38-5092A72B5EA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BA5B1-1A74-4C2A-AD0F-7E09630229E5}">
      <dsp:nvSpPr>
        <dsp:cNvPr id="0" name=""/>
        <dsp:cNvSpPr/>
      </dsp:nvSpPr>
      <dsp:spPr>
        <a:xfrm>
          <a:off x="1057183" y="2290082"/>
          <a:ext cx="433617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Unauthorized access may lead to data breaches and loss of trust.</a:t>
          </a:r>
        </a:p>
      </dsp:txBody>
      <dsp:txXfrm>
        <a:off x="1057183" y="2290082"/>
        <a:ext cx="4336177" cy="915310"/>
      </dsp:txXfrm>
    </dsp:sp>
    <dsp:sp modelId="{9EF0E016-4632-414E-8E21-6724101B23AC}">
      <dsp:nvSpPr>
        <dsp:cNvPr id="0" name=""/>
        <dsp:cNvSpPr/>
      </dsp:nvSpPr>
      <dsp:spPr>
        <a:xfrm>
          <a:off x="0" y="3434221"/>
          <a:ext cx="5393361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BF5CE-F7BC-475C-A26A-E9F1D7CB2992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75978-191A-4338-A7C5-D87D92B423CB}">
      <dsp:nvSpPr>
        <dsp:cNvPr id="0" name=""/>
        <dsp:cNvSpPr/>
      </dsp:nvSpPr>
      <dsp:spPr>
        <a:xfrm>
          <a:off x="1057183" y="3434221"/>
          <a:ext cx="433617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Compliance requirements demand robust protections.</a:t>
          </a:r>
        </a:p>
      </dsp:txBody>
      <dsp:txXfrm>
        <a:off x="1057183" y="3434221"/>
        <a:ext cx="4336177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49ED1-8A40-4837-8DF2-CDA5ACCED841}">
      <dsp:nvSpPr>
        <dsp:cNvPr id="0" name=""/>
        <dsp:cNvSpPr/>
      </dsp:nvSpPr>
      <dsp:spPr>
        <a:xfrm>
          <a:off x="3201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Make repositories private by default.</a:t>
          </a:r>
        </a:p>
      </dsp:txBody>
      <dsp:txXfrm>
        <a:off x="3201" y="1418004"/>
        <a:ext cx="2539866" cy="2133487"/>
      </dsp:txXfrm>
    </dsp:sp>
    <dsp:sp modelId="{C315ADBE-0D67-4AC3-8CB5-9FEC04A4D945}">
      <dsp:nvSpPr>
        <dsp:cNvPr id="0" name=""/>
        <dsp:cNvSpPr/>
      </dsp:nvSpPr>
      <dsp:spPr>
        <a:xfrm>
          <a:off x="739762" y="4223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578598"/>
        <a:ext cx="754301" cy="754301"/>
      </dsp:txXfrm>
    </dsp:sp>
    <dsp:sp modelId="{B39E192B-055B-436B-B4D4-C21629ADA5C0}">
      <dsp:nvSpPr>
        <dsp:cNvPr id="0" name=""/>
        <dsp:cNvSpPr/>
      </dsp:nvSpPr>
      <dsp:spPr>
        <a:xfrm>
          <a:off x="3201" y="36225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F9A3F-C93E-466C-BDE0-30930FFD19B7}">
      <dsp:nvSpPr>
        <dsp:cNvPr id="0" name=""/>
        <dsp:cNvSpPr/>
      </dsp:nvSpPr>
      <dsp:spPr>
        <a:xfrm>
          <a:off x="2797054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Disable unnecessary features (e.g., forking, pull requests).</a:t>
          </a:r>
        </a:p>
      </dsp:txBody>
      <dsp:txXfrm>
        <a:off x="2797054" y="1418004"/>
        <a:ext cx="2539866" cy="2133487"/>
      </dsp:txXfrm>
    </dsp:sp>
    <dsp:sp modelId="{F8DA315C-D988-4773-AFF0-5213C919F725}">
      <dsp:nvSpPr>
        <dsp:cNvPr id="0" name=""/>
        <dsp:cNvSpPr/>
      </dsp:nvSpPr>
      <dsp:spPr>
        <a:xfrm>
          <a:off x="3533615" y="4223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578598"/>
        <a:ext cx="754301" cy="754301"/>
      </dsp:txXfrm>
    </dsp:sp>
    <dsp:sp modelId="{DF827633-FD41-4E41-9E01-CEBE7CA3174B}">
      <dsp:nvSpPr>
        <dsp:cNvPr id="0" name=""/>
        <dsp:cNvSpPr/>
      </dsp:nvSpPr>
      <dsp:spPr>
        <a:xfrm>
          <a:off x="2797054" y="36225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AAD08-F346-46EB-B835-3DF1C5C6D4C1}">
      <dsp:nvSpPr>
        <dsp:cNvPr id="0" name=""/>
        <dsp:cNvSpPr/>
      </dsp:nvSpPr>
      <dsp:spPr>
        <a:xfrm>
          <a:off x="5590907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Enforce signed commits to verify authorship.</a:t>
          </a:r>
        </a:p>
      </dsp:txBody>
      <dsp:txXfrm>
        <a:off x="5590907" y="1418004"/>
        <a:ext cx="2539866" cy="2133487"/>
      </dsp:txXfrm>
    </dsp:sp>
    <dsp:sp modelId="{52183261-E116-496E-964F-943F012DD2A3}">
      <dsp:nvSpPr>
        <dsp:cNvPr id="0" name=""/>
        <dsp:cNvSpPr/>
      </dsp:nvSpPr>
      <dsp:spPr>
        <a:xfrm>
          <a:off x="6327469" y="4223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578598"/>
        <a:ext cx="754301" cy="754301"/>
      </dsp:txXfrm>
    </dsp:sp>
    <dsp:sp modelId="{84783A57-2325-4385-A0A3-E8445E533B4D}">
      <dsp:nvSpPr>
        <dsp:cNvPr id="0" name=""/>
        <dsp:cNvSpPr/>
      </dsp:nvSpPr>
      <dsp:spPr>
        <a:xfrm>
          <a:off x="5590907" y="36225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EE21C-757B-48BA-9483-3FBCE754DF39}">
      <dsp:nvSpPr>
        <dsp:cNvPr id="0" name=""/>
        <dsp:cNvSpPr/>
      </dsp:nvSpPr>
      <dsp:spPr>
        <a:xfrm>
          <a:off x="8384760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branch protection rules to control changes.</a:t>
          </a:r>
        </a:p>
      </dsp:txBody>
      <dsp:txXfrm>
        <a:off x="8384760" y="1418004"/>
        <a:ext cx="2539866" cy="2133487"/>
      </dsp:txXfrm>
    </dsp:sp>
    <dsp:sp modelId="{717C9C24-936B-4D8A-81A8-97CFB8137A6F}">
      <dsp:nvSpPr>
        <dsp:cNvPr id="0" name=""/>
        <dsp:cNvSpPr/>
      </dsp:nvSpPr>
      <dsp:spPr>
        <a:xfrm>
          <a:off x="9121322" y="4223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578598"/>
        <a:ext cx="754301" cy="754301"/>
      </dsp:txXfrm>
    </dsp:sp>
    <dsp:sp modelId="{E7EFD0ED-01E0-4F3E-B2E1-AD39301B83C3}">
      <dsp:nvSpPr>
        <dsp:cNvPr id="0" name=""/>
        <dsp:cNvSpPr/>
      </dsp:nvSpPr>
      <dsp:spPr>
        <a:xfrm>
          <a:off x="8384760" y="36225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593D1-B08F-49BF-807D-C366320F10D8}">
      <dsp:nvSpPr>
        <dsp:cNvPr id="0" name=""/>
        <dsp:cNvSpPr/>
      </dsp:nvSpPr>
      <dsp:spPr>
        <a:xfrm>
          <a:off x="1373" y="1429598"/>
          <a:ext cx="1225883" cy="14710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0" rIns="121090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Integrate tools like GitHub Dependabot and Snyk.</a:t>
          </a:r>
        </a:p>
      </dsp:txBody>
      <dsp:txXfrm>
        <a:off x="1373" y="2018022"/>
        <a:ext cx="1225883" cy="882636"/>
      </dsp:txXfrm>
    </dsp:sp>
    <dsp:sp modelId="{0E07B278-F9D4-44C2-BA14-3549FE6DEE09}">
      <dsp:nvSpPr>
        <dsp:cNvPr id="0" name=""/>
        <dsp:cNvSpPr/>
      </dsp:nvSpPr>
      <dsp:spPr>
        <a:xfrm>
          <a:off x="1373" y="1429598"/>
          <a:ext cx="1225883" cy="58842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165100" rIns="121090" bIns="1651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01</a:t>
          </a:r>
        </a:p>
      </dsp:txBody>
      <dsp:txXfrm>
        <a:off x="1373" y="1429598"/>
        <a:ext cx="1225883" cy="588424"/>
      </dsp:txXfrm>
    </dsp:sp>
    <dsp:sp modelId="{A30DB690-7E87-4426-8514-9B552F8342CC}">
      <dsp:nvSpPr>
        <dsp:cNvPr id="0" name=""/>
        <dsp:cNvSpPr/>
      </dsp:nvSpPr>
      <dsp:spPr>
        <a:xfrm>
          <a:off x="1325327" y="1429598"/>
          <a:ext cx="1418751" cy="149214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0" rIns="121090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Automatically scan for vulnerable dependencies.</a:t>
          </a:r>
        </a:p>
      </dsp:txBody>
      <dsp:txXfrm>
        <a:off x="1325327" y="2026454"/>
        <a:ext cx="1418751" cy="895284"/>
      </dsp:txXfrm>
    </dsp:sp>
    <dsp:sp modelId="{59905D55-8970-4726-8913-423DEF8DCBA5}">
      <dsp:nvSpPr>
        <dsp:cNvPr id="0" name=""/>
        <dsp:cNvSpPr/>
      </dsp:nvSpPr>
      <dsp:spPr>
        <a:xfrm>
          <a:off x="1421761" y="1440138"/>
          <a:ext cx="1225883" cy="58842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165100" rIns="121090" bIns="1651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02</a:t>
          </a:r>
        </a:p>
      </dsp:txBody>
      <dsp:txXfrm>
        <a:off x="1421761" y="1440138"/>
        <a:ext cx="1225883" cy="588424"/>
      </dsp:txXfrm>
    </dsp:sp>
    <dsp:sp modelId="{A9E9AA05-0874-4217-A03C-4F2DEC7263D2}">
      <dsp:nvSpPr>
        <dsp:cNvPr id="0" name=""/>
        <dsp:cNvSpPr/>
      </dsp:nvSpPr>
      <dsp:spPr>
        <a:xfrm>
          <a:off x="2842149" y="1429598"/>
          <a:ext cx="1225883" cy="14710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0" rIns="121090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Schedule regular static analysis checks.</a:t>
          </a:r>
        </a:p>
      </dsp:txBody>
      <dsp:txXfrm>
        <a:off x="2842149" y="2018022"/>
        <a:ext cx="1225883" cy="882636"/>
      </dsp:txXfrm>
    </dsp:sp>
    <dsp:sp modelId="{9AA27A07-29D7-4D2C-8E0A-808CF95E3203}">
      <dsp:nvSpPr>
        <dsp:cNvPr id="0" name=""/>
        <dsp:cNvSpPr/>
      </dsp:nvSpPr>
      <dsp:spPr>
        <a:xfrm>
          <a:off x="2842149" y="1429598"/>
          <a:ext cx="1225883" cy="58842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165100" rIns="121090" bIns="1651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03</a:t>
          </a:r>
        </a:p>
      </dsp:txBody>
      <dsp:txXfrm>
        <a:off x="2842149" y="1429598"/>
        <a:ext cx="1225883" cy="588424"/>
      </dsp:txXfrm>
    </dsp:sp>
    <dsp:sp modelId="{0C24CC77-8A81-4B6F-BBB2-0026EFBC4B0D}">
      <dsp:nvSpPr>
        <dsp:cNvPr id="0" name=""/>
        <dsp:cNvSpPr/>
      </dsp:nvSpPr>
      <dsp:spPr>
        <a:xfrm>
          <a:off x="4166104" y="1429598"/>
          <a:ext cx="1225883" cy="14710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0" rIns="121090" bIns="3302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Apply security linters during CI/CD.</a:t>
          </a:r>
        </a:p>
      </dsp:txBody>
      <dsp:txXfrm>
        <a:off x="4166104" y="2018022"/>
        <a:ext cx="1225883" cy="882636"/>
      </dsp:txXfrm>
    </dsp:sp>
    <dsp:sp modelId="{B8E97752-B7DE-4BD6-AF71-F5918333F9B9}">
      <dsp:nvSpPr>
        <dsp:cNvPr id="0" name=""/>
        <dsp:cNvSpPr/>
      </dsp:nvSpPr>
      <dsp:spPr>
        <a:xfrm>
          <a:off x="4166104" y="1429598"/>
          <a:ext cx="1225883" cy="58842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090" tIns="165100" rIns="121090" bIns="1651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04</a:t>
          </a:r>
        </a:p>
      </dsp:txBody>
      <dsp:txXfrm>
        <a:off x="4166104" y="1429598"/>
        <a:ext cx="1225883" cy="5884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2C67B-F63B-4481-B6E7-190066B4A5F4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989F3-831F-4572-87CD-7ED4FA8DA6BF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4E86B-AB1B-4C07-A875-00BDAF751C2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Never store credentials or API keys in code.</a:t>
          </a:r>
        </a:p>
      </dsp:txBody>
      <dsp:txXfrm>
        <a:off x="1948202" y="368029"/>
        <a:ext cx="3233964" cy="1371985"/>
      </dsp:txXfrm>
    </dsp:sp>
    <dsp:sp modelId="{E92D8124-9D87-4CAC-B1DF-14C20CC30CEF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A82F9-2749-4664-B069-5649F6707FA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36D7B-C36B-47EE-A70D-739634C0EFB1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tools like GitHub Secret Scanning or Snyk to detect leaks.</a:t>
          </a:r>
        </a:p>
      </dsp:txBody>
      <dsp:txXfrm>
        <a:off x="7411643" y="368029"/>
        <a:ext cx="3233964" cy="1371985"/>
      </dsp:txXfrm>
    </dsp:sp>
    <dsp:sp modelId="{18FD5078-A597-402D-A9D7-FDF071D4418F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1F35E-63BB-489F-9FD9-6659EB8F0EE0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97C1A-1E06-4059-9023-B2D285FCE0A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environment variables and secret managers (e.g., Vault, AWS Secrets Manager).</a:t>
          </a:r>
        </a:p>
      </dsp:txBody>
      <dsp:txXfrm>
        <a:off x="1948202" y="2452790"/>
        <a:ext cx="3233964" cy="1371985"/>
      </dsp:txXfrm>
    </dsp:sp>
    <dsp:sp modelId="{F6E5724F-66D2-4586-8CA4-77151D69F470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2E896-2043-495A-BBCD-FF4E326556D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89C2D-B371-4900-BED2-710C17E8CF83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Rotate and audit secrets regularly.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C6E3C-A624-4DFD-A5B1-8A7E683CE69D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18221-DFAA-4BCE-9EB4-6AC930FD684A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DC1DD-3DE4-41C0-BA02-EB5888AC253F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Enable logging and alerting for all repository actions.</a:t>
          </a:r>
        </a:p>
      </dsp:txBody>
      <dsp:txXfrm>
        <a:off x="1834517" y="469890"/>
        <a:ext cx="3148942" cy="1335915"/>
      </dsp:txXfrm>
    </dsp:sp>
    <dsp:sp modelId="{C836810A-5E38-4B63-BA83-567DD601EC08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9750FD-B0CB-41E4-BECE-2CD690416597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6969E-E076-4AA9-A1AB-516E548BA07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Review pull requests for potential security flaws.</a:t>
          </a:r>
        </a:p>
      </dsp:txBody>
      <dsp:txXfrm>
        <a:off x="7154322" y="469890"/>
        <a:ext cx="3148942" cy="1335915"/>
      </dsp:txXfrm>
    </dsp:sp>
    <dsp:sp modelId="{6045A7B2-8EF6-476D-966B-29FF23364412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8F265-F9D9-4116-AED2-A6EF8CB6133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7E68F-622C-4621-A7FF-3B34F5280D7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 up automated alerts for unusual behavior.</a:t>
          </a:r>
        </a:p>
      </dsp:txBody>
      <dsp:txXfrm>
        <a:off x="1834517" y="2545532"/>
        <a:ext cx="3148942" cy="1335915"/>
      </dsp:txXfrm>
    </dsp:sp>
    <dsp:sp modelId="{CF1F1220-33B6-4180-AC9F-BF24A7AD05BD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F0BC0-042C-4079-A4F6-7D7C36D1DBDF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B9BD8-2E36-432F-A80D-05DF2CCD2109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Conduct regular security reviews and audits.</a:t>
          </a:r>
        </a:p>
      </dsp:txBody>
      <dsp:txXfrm>
        <a:off x="7154322" y="2545532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DFB88-5DAA-4611-A389-46D3939054AB}">
      <dsp:nvSpPr>
        <dsp:cNvPr id="0" name=""/>
        <dsp:cNvSpPr/>
      </dsp:nvSpPr>
      <dsp:spPr>
        <a:xfrm>
          <a:off x="1333366" y="2516"/>
          <a:ext cx="5333466" cy="13035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Conduct secure coding training.</a:t>
          </a:r>
        </a:p>
      </dsp:txBody>
      <dsp:txXfrm>
        <a:off x="1333366" y="2516"/>
        <a:ext cx="5333466" cy="1303561"/>
      </dsp:txXfrm>
    </dsp:sp>
    <dsp:sp modelId="{2CA28063-E027-409A-BD44-4CA98EDD5C2C}">
      <dsp:nvSpPr>
        <dsp:cNvPr id="0" name=""/>
        <dsp:cNvSpPr/>
      </dsp:nvSpPr>
      <dsp:spPr>
        <a:xfrm>
          <a:off x="0" y="2516"/>
          <a:ext cx="1333366" cy="13035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</a:t>
          </a:r>
        </a:p>
      </dsp:txBody>
      <dsp:txXfrm>
        <a:off x="0" y="2516"/>
        <a:ext cx="1333366" cy="1303561"/>
      </dsp:txXfrm>
    </dsp:sp>
    <dsp:sp modelId="{C8C25ED4-0EB3-4B42-91F5-F33932AC3B4A}">
      <dsp:nvSpPr>
        <dsp:cNvPr id="0" name=""/>
        <dsp:cNvSpPr/>
      </dsp:nvSpPr>
      <dsp:spPr>
        <a:xfrm>
          <a:off x="1333366" y="1384291"/>
          <a:ext cx="5333466" cy="1303561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Promote a security-first culture.</a:t>
          </a:r>
        </a:p>
      </dsp:txBody>
      <dsp:txXfrm>
        <a:off x="1333366" y="1384291"/>
        <a:ext cx="5333466" cy="1303561"/>
      </dsp:txXfrm>
    </dsp:sp>
    <dsp:sp modelId="{D86B0FC1-77A6-4209-BE64-97339776F97E}">
      <dsp:nvSpPr>
        <dsp:cNvPr id="0" name=""/>
        <dsp:cNvSpPr/>
      </dsp:nvSpPr>
      <dsp:spPr>
        <a:xfrm>
          <a:off x="0" y="1384291"/>
          <a:ext cx="1333366" cy="1303561"/>
        </a:xfrm>
        <a:prstGeom prst="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Promote</a:t>
          </a:r>
        </a:p>
      </dsp:txBody>
      <dsp:txXfrm>
        <a:off x="0" y="1384291"/>
        <a:ext cx="1333366" cy="1303561"/>
      </dsp:txXfrm>
    </dsp:sp>
    <dsp:sp modelId="{DDBAA215-967E-480A-AE96-E31C1D38ECAF}">
      <dsp:nvSpPr>
        <dsp:cNvPr id="0" name=""/>
        <dsp:cNvSpPr/>
      </dsp:nvSpPr>
      <dsp:spPr>
        <a:xfrm>
          <a:off x="1333366" y="2766066"/>
          <a:ext cx="5333466" cy="1303561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Share guidelines on safe coding and repository usage.</a:t>
          </a:r>
        </a:p>
      </dsp:txBody>
      <dsp:txXfrm>
        <a:off x="1333366" y="2766066"/>
        <a:ext cx="5333466" cy="1303561"/>
      </dsp:txXfrm>
    </dsp:sp>
    <dsp:sp modelId="{8DDEE89B-36AE-4302-ACD5-1C7CFF6313D1}">
      <dsp:nvSpPr>
        <dsp:cNvPr id="0" name=""/>
        <dsp:cNvSpPr/>
      </dsp:nvSpPr>
      <dsp:spPr>
        <a:xfrm>
          <a:off x="0" y="2766066"/>
          <a:ext cx="1333366" cy="1303561"/>
        </a:xfrm>
        <a:prstGeom prst="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Share</a:t>
          </a:r>
        </a:p>
      </dsp:txBody>
      <dsp:txXfrm>
        <a:off x="0" y="2766066"/>
        <a:ext cx="1333366" cy="1303561"/>
      </dsp:txXfrm>
    </dsp:sp>
    <dsp:sp modelId="{84C86BE7-397C-4927-908D-EBE3544A6006}">
      <dsp:nvSpPr>
        <dsp:cNvPr id="0" name=""/>
        <dsp:cNvSpPr/>
      </dsp:nvSpPr>
      <dsp:spPr>
        <a:xfrm>
          <a:off x="1333366" y="4147841"/>
          <a:ext cx="5333466" cy="130356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Encourage reporting of suspicious activity.</a:t>
          </a:r>
        </a:p>
      </dsp:txBody>
      <dsp:txXfrm>
        <a:off x="1333366" y="4147841"/>
        <a:ext cx="5333466" cy="1303561"/>
      </dsp:txXfrm>
    </dsp:sp>
    <dsp:sp modelId="{D9A1ED61-D6A8-4308-A7B6-E7E8967A9FFA}">
      <dsp:nvSpPr>
        <dsp:cNvPr id="0" name=""/>
        <dsp:cNvSpPr/>
      </dsp:nvSpPr>
      <dsp:spPr>
        <a:xfrm>
          <a:off x="0" y="4147841"/>
          <a:ext cx="1333366" cy="1303561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Encourage</a:t>
          </a:r>
        </a:p>
      </dsp:txBody>
      <dsp:txXfrm>
        <a:off x="0" y="4147841"/>
        <a:ext cx="1333366" cy="1303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D198-C30B-488E-203F-2EEDE65D8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0F920-4148-BBAA-2096-86ADA19A9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CF6A-FEE2-792A-761F-1F85FCCD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322ED-AB19-FEA1-16C2-4F8485F8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42EF-3EAE-BA9A-71EA-946CF1CE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3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3C2C-B30F-3E95-3E35-63403CE2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53A4-121C-9EAB-AAC7-485DC1204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7242-52CC-8AC6-B2EC-5C4A89F2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FC2C7-901B-B78B-BF9E-CB54B501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4FBA-DD99-EB6F-659E-360D413A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1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AFE50-B055-A949-59C0-B3FF1F28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E73FA-F596-EEA8-95A1-8BD8254D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95E12-1F9D-22E9-E8ED-802DAEE5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0C34-5EC0-5403-86F3-BB402CC8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7BF5D-7964-8019-25D3-54C876CB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8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75BE-3B79-9711-7781-93ED5586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7FD0-1DC0-9A7D-A969-26118852C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D29C-1D34-85DD-604F-82EEC65BF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8BE60-B40C-9ADC-B302-80D0C7F8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C069E-5633-3DA6-0B40-B833A43F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ADAFA-D832-3B55-3BB4-C198E76A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31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B007-5EE0-A08E-F516-BAC0C541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EFA62-803F-D2DE-54E6-218F13011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96B5C-D78B-0D05-74FE-56A2A50E3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2345D-D8A9-8B2C-6377-35A7479C5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57A82-BB26-78E2-5BC2-85BB81C6B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75171-58EF-B935-B82D-5D19B2BB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01553-F89A-8313-2A56-4A6B0FDB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9D621F-CF18-B377-C5D2-F1F7861C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55CF-49AD-C94E-F9E6-14F3197BD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2DB0-130F-DA4A-DA39-7F394C55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2F61B-C73B-05BA-FD83-E265B314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306B6-F7D8-6399-A837-C63A27D9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D23BC-A63D-184D-1533-F3064AC3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546AD-C0C2-1244-7890-119A18E5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1A3C-D943-6992-FDF4-59492419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8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6F1F-47DB-BBD6-1856-6EA64F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ABDF-8A6F-34F3-0655-E03AE7544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7DE86-2E1A-B49D-EEDA-8A1C7720E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10773-ED50-13DA-EADC-617F6CDE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1D046-38FC-5FD2-781C-A4AD2A1F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3E81E-E6E4-8CED-6E52-8D21C3FF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2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9517-9148-D61D-EB28-7F1420DF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4FB7B-B41C-1023-D006-51C9461F3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9C875-7337-1623-95C1-803DB7FD7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A5A9C-50C8-6AA4-6A20-C154CE68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03097-8E34-D12E-52B7-FAA69549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B3698-2DD6-C732-83A6-4894C40A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3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ED58-6A2E-5243-8D75-991BF81D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C388E-905F-5107-CE18-9942E7BE1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89912-EB85-D303-2ED1-D9ED362C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692B-4A6C-E9D9-8784-50CFE4775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6FF7-DB2B-339D-A878-365950A5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8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4B92A-E1FF-0AF9-0D20-568FB3778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C475D-269E-B3F4-ADE7-6281EA544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5DC2-DC85-876A-3D57-5D7B5746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7FD8-501A-4774-FF6F-71933EA3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3CA7-702C-6CF4-21C1-3D21E3C7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1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F1BC1-3458-26CF-7B4D-B5B070A2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20C29-8175-8F28-8C9C-8CC8A10CB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53EB-A70A-3523-E1AE-C6FFB3FD6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842238-7FDB-4C95-BA2C-460CAC4D6490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1DD9-FF9C-0FDF-C729-B2017A550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C8FC-E584-D577-9F24-07CF92D00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61499-1A47-4EF7-A0FC-17406EC6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6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C9D00-9C4D-9B83-0265-DDF69113D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3739" y="1247245"/>
            <a:ext cx="4805996" cy="2175778"/>
          </a:xfrm>
        </p:spPr>
        <p:txBody>
          <a:bodyPr anchor="t"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Best Practices</a:t>
            </a:r>
            <a:br>
              <a:rPr lang="en-US" sz="4400" dirty="0">
                <a:solidFill>
                  <a:schemeClr val="tx2"/>
                </a:solidFill>
              </a:rPr>
            </a:br>
            <a:r>
              <a:rPr lang="en-US" sz="4400" dirty="0">
                <a:solidFill>
                  <a:schemeClr val="tx2"/>
                </a:solidFill>
              </a:rPr>
              <a:t> For </a:t>
            </a:r>
            <a:br>
              <a:rPr lang="en-US" sz="4400" dirty="0">
                <a:solidFill>
                  <a:schemeClr val="tx2"/>
                </a:solidFill>
              </a:rPr>
            </a:br>
            <a:r>
              <a:rPr lang="en-US" sz="4400" dirty="0">
                <a:solidFill>
                  <a:schemeClr val="tx2"/>
                </a:solidFill>
              </a:rPr>
              <a:t>Securing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F091F-BE77-47B4-FD99-AAD3FC31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4422" y="4921534"/>
            <a:ext cx="4805691" cy="1648366"/>
          </a:xfrm>
        </p:spPr>
        <p:txBody>
          <a:bodyPr anchor="b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Mark White</a:t>
            </a:r>
          </a:p>
          <a:p>
            <a:r>
              <a:rPr lang="en-US" sz="1800" dirty="0">
                <a:solidFill>
                  <a:schemeClr val="tx2"/>
                </a:solidFill>
              </a:rPr>
              <a:t>CSD380</a:t>
            </a:r>
          </a:p>
          <a:p>
            <a:r>
              <a:rPr lang="en-US" sz="1800" dirty="0">
                <a:solidFill>
                  <a:schemeClr val="tx2"/>
                </a:solidFill>
              </a:rPr>
              <a:t>Assignment#11.2</a:t>
            </a:r>
          </a:p>
          <a:p>
            <a:endParaRPr lang="en-US" sz="1100" dirty="0">
              <a:solidFill>
                <a:schemeClr val="tx2"/>
              </a:solidFill>
            </a:endParaRPr>
          </a:p>
        </p:txBody>
      </p:sp>
      <p:pic>
        <p:nvPicPr>
          <p:cNvPr id="7" name="Graphic 6" descr="Open Source">
            <a:extLst>
              <a:ext uri="{FF2B5EF4-FFF2-40B4-BE49-F238E27FC236}">
                <a16:creationId xmlns:a16="http://schemas.microsoft.com/office/drawing/2014/main" id="{DDEFC700-9FF7-6BF3-691F-239D5A1ED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32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BBDCA-DA84-676F-773F-059C3FFD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u="sng"/>
              <a:t>Why Source Code Security Matters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DAD01-EB9A-5B4B-DDEB-B3477730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3" r="16646" b="-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9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32DA39-9C80-7EDB-ED80-297D58EB0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357556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704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1DD09-0569-5924-3146-8D1F60DE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u="sng"/>
              <a:t>Enforcing Access Controls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45ED4-971E-254A-9CB1-42C95E3C3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Use Role-Based Access Control (RBAC).</a:t>
            </a:r>
          </a:p>
          <a:p>
            <a:pPr lvl="0"/>
            <a:r>
              <a:rPr lang="en-US" sz="2000"/>
              <a:t>Grant least privilege necessary.</a:t>
            </a:r>
          </a:p>
          <a:p>
            <a:pPr lvl="0"/>
            <a:r>
              <a:rPr lang="en-US" sz="2000"/>
              <a:t>Enable two-factor authentication (2FA) for all users.</a:t>
            </a:r>
          </a:p>
          <a:p>
            <a:pPr lvl="0"/>
            <a:r>
              <a:rPr lang="en-US" sz="2000"/>
              <a:t>Monitor and audit permission changes.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FA8C0-AEDA-5441-BB29-B565D9E0E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9" r="421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38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C0277-9C11-9DF1-0F19-895E3E6C9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u="sng">
                <a:solidFill>
                  <a:srgbClr val="FFFFFF"/>
                </a:solidFill>
              </a:rPr>
              <a:t>Secure Repository Configuration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8068DB-DEB7-0A59-BCF7-51E9845B1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4000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909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57AE4-41A0-837D-B972-ACABE900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u="sng"/>
              <a:t>Automating Security with Tools</a:t>
            </a:r>
            <a:endParaRPr lang="en-US"/>
          </a:p>
        </p:txBody>
      </p:sp>
      <p:pic>
        <p:nvPicPr>
          <p:cNvPr id="17" name="Picture 16" descr="A blue and white wavy lines&#10;&#10;AI-generated content may be incorrect.">
            <a:extLst>
              <a:ext uri="{FF2B5EF4-FFF2-40B4-BE49-F238E27FC236}">
                <a16:creationId xmlns:a16="http://schemas.microsoft.com/office/drawing/2014/main" id="{FEF5559F-7FDA-E4EF-3359-686ECF35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99" b="-2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3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0EAECCD-B1B5-7770-19AE-8B72FEFA0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365127"/>
              </p:ext>
            </p:extLst>
          </p:nvPr>
        </p:nvGraphicFramePr>
        <p:xfrm>
          <a:off x="838200" y="1499949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612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8FABC-A04F-1772-AADE-5BEBCAC6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u="sng">
                <a:solidFill>
                  <a:srgbClr val="FFFFFF"/>
                </a:solidFill>
              </a:rPr>
              <a:t>Credential and Secret Management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D1725DD-AC83-23AE-9C3E-3C080734E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4328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06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7037-2F3E-00C4-DC8F-662E0863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u="sng"/>
              <a:t>Monitor, Audit, and Respond</a:t>
            </a:r>
            <a:endParaRPr lang="en-US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FAAC76-DD73-AE37-AC94-6D0DF934D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0098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5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73144-96A9-5850-1351-A04451A8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Educate Developers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6A4347-378E-83CD-8CA9-EF3C3CB6F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6351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37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314AE-7E8D-4D7A-6DF7-6D39321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u="sng"/>
              <a:t>References: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B813-E336-A512-A8FC-5F1B7EF7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n-US" sz="2400"/>
              <a:t>Endpoint Protector Guide: https://www.endpointprotector.com/blog/your-ultimate-guide-to-source-code-protection/</a:t>
            </a:r>
          </a:p>
          <a:p>
            <a:pPr lvl="0"/>
            <a:r>
              <a:rPr lang="en-US" sz="2400"/>
              <a:t>GitHub Docs: https://docs.github.com/en/code-security/getting-started/quickstart-for-securing-your-repository</a:t>
            </a:r>
          </a:p>
          <a:p>
            <a:pPr lvl="0"/>
            <a:r>
              <a:rPr lang="en-US" sz="2400"/>
              <a:t>Snyk Blog: https://snyk.io/articles/securing-source-code-repositories/</a:t>
            </a: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82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328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Best Practices  For  Securing Shared Source Code Repositories</vt:lpstr>
      <vt:lpstr>Why Source Code Security Matters</vt:lpstr>
      <vt:lpstr>Enforcing Access Controls</vt:lpstr>
      <vt:lpstr>Secure Repository Configuration</vt:lpstr>
      <vt:lpstr>Automating Security with Tools</vt:lpstr>
      <vt:lpstr>Credential and Secret Management</vt:lpstr>
      <vt:lpstr>Monitor, Audit, and Respond</vt:lpstr>
      <vt:lpstr>Educate Developers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White</dc:creator>
  <cp:lastModifiedBy>Mark White</cp:lastModifiedBy>
  <cp:revision>1</cp:revision>
  <dcterms:created xsi:type="dcterms:W3CDTF">2025-07-17T02:51:47Z</dcterms:created>
  <dcterms:modified xsi:type="dcterms:W3CDTF">2025-07-17T03:12:35Z</dcterms:modified>
</cp:coreProperties>
</file>