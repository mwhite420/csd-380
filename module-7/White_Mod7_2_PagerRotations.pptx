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15A25-BCCA-4D98-BD13-058FB15D9BE6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201A1A-F62D-40B5-986E-BB1A75C080D9}">
      <dgm:prSet/>
      <dgm:spPr/>
      <dgm:t>
        <a:bodyPr/>
        <a:lstStyle/>
        <a:p>
          <a:r>
            <a:rPr lang="en-US"/>
            <a:t>Ensure</a:t>
          </a:r>
        </a:p>
      </dgm:t>
    </dgm:pt>
    <dgm:pt modelId="{C7494165-5488-4064-B1C8-5B12A1E6B2AB}" type="parTrans" cxnId="{892B9770-6F5B-48DB-97A0-C60FD2408F0B}">
      <dgm:prSet/>
      <dgm:spPr/>
      <dgm:t>
        <a:bodyPr/>
        <a:lstStyle/>
        <a:p>
          <a:endParaRPr lang="en-US"/>
        </a:p>
      </dgm:t>
    </dgm:pt>
    <dgm:pt modelId="{FF84C7C0-CC56-4960-B2FD-79AD3ABB130D}" type="sibTrans" cxnId="{892B9770-6F5B-48DB-97A0-C60FD2408F0B}">
      <dgm:prSet/>
      <dgm:spPr/>
      <dgm:t>
        <a:bodyPr/>
        <a:lstStyle/>
        <a:p>
          <a:endParaRPr lang="en-US"/>
        </a:p>
      </dgm:t>
    </dgm:pt>
    <dgm:pt modelId="{9AD16BBE-355F-4319-8B17-D77724E20BD6}">
      <dgm:prSet/>
      <dgm:spPr/>
      <dgm:t>
        <a:bodyPr/>
        <a:lstStyle/>
        <a:p>
          <a:r>
            <a:rPr lang="en-US"/>
            <a:t>- Ensure continuous system reliability and uptime</a:t>
          </a:r>
        </a:p>
      </dgm:t>
    </dgm:pt>
    <dgm:pt modelId="{F90B5742-703B-4E3B-A7D4-4E410DB2B96C}" type="parTrans" cxnId="{4533FCC3-FF48-43EC-9948-BB5B28E757B7}">
      <dgm:prSet/>
      <dgm:spPr/>
      <dgm:t>
        <a:bodyPr/>
        <a:lstStyle/>
        <a:p>
          <a:endParaRPr lang="en-US"/>
        </a:p>
      </dgm:t>
    </dgm:pt>
    <dgm:pt modelId="{C768ED0A-4C03-4AC8-A6A0-06AB01BECF5F}" type="sibTrans" cxnId="{4533FCC3-FF48-43EC-9948-BB5B28E757B7}">
      <dgm:prSet/>
      <dgm:spPr/>
      <dgm:t>
        <a:bodyPr/>
        <a:lstStyle/>
        <a:p>
          <a:endParaRPr lang="en-US"/>
        </a:p>
      </dgm:t>
    </dgm:pt>
    <dgm:pt modelId="{CB8693E4-B190-4ACF-9187-B2827A1736A6}">
      <dgm:prSet/>
      <dgm:spPr/>
      <dgm:t>
        <a:bodyPr/>
        <a:lstStyle/>
        <a:p>
          <a:r>
            <a:rPr lang="en-US"/>
            <a:t>Provide</a:t>
          </a:r>
        </a:p>
      </dgm:t>
    </dgm:pt>
    <dgm:pt modelId="{09A81D8E-2D12-405F-AEC5-B77383776BA9}" type="parTrans" cxnId="{547161B1-1DDB-4F66-9134-B4F3E44E6FCE}">
      <dgm:prSet/>
      <dgm:spPr/>
      <dgm:t>
        <a:bodyPr/>
        <a:lstStyle/>
        <a:p>
          <a:endParaRPr lang="en-US"/>
        </a:p>
      </dgm:t>
    </dgm:pt>
    <dgm:pt modelId="{4F8A54C2-6F40-4393-9567-F05F445FF15C}" type="sibTrans" cxnId="{547161B1-1DDB-4F66-9134-B4F3E44E6FCE}">
      <dgm:prSet/>
      <dgm:spPr/>
      <dgm:t>
        <a:bodyPr/>
        <a:lstStyle/>
        <a:p>
          <a:endParaRPr lang="en-US"/>
        </a:p>
      </dgm:t>
    </dgm:pt>
    <dgm:pt modelId="{C4A1CD0F-9797-4F36-A187-33BFD676D08E}">
      <dgm:prSet/>
      <dgm:spPr/>
      <dgm:t>
        <a:bodyPr/>
        <a:lstStyle/>
        <a:p>
          <a:r>
            <a:rPr lang="en-US"/>
            <a:t>- Provide rapid response to critical incidents</a:t>
          </a:r>
        </a:p>
      </dgm:t>
    </dgm:pt>
    <dgm:pt modelId="{760A7234-04BD-476B-B3C4-B7619D39AB3E}" type="parTrans" cxnId="{3EAD44F3-0366-4C3F-A108-9D01B3E999F3}">
      <dgm:prSet/>
      <dgm:spPr/>
      <dgm:t>
        <a:bodyPr/>
        <a:lstStyle/>
        <a:p>
          <a:endParaRPr lang="en-US"/>
        </a:p>
      </dgm:t>
    </dgm:pt>
    <dgm:pt modelId="{EE42604B-1318-4F7B-B09C-3D8E15907DC5}" type="sibTrans" cxnId="{3EAD44F3-0366-4C3F-A108-9D01B3E999F3}">
      <dgm:prSet/>
      <dgm:spPr/>
      <dgm:t>
        <a:bodyPr/>
        <a:lstStyle/>
        <a:p>
          <a:endParaRPr lang="en-US"/>
        </a:p>
      </dgm:t>
    </dgm:pt>
    <dgm:pt modelId="{55ACB842-177C-4B47-B17A-E79A8E8DF928}">
      <dgm:prSet/>
      <dgm:spPr/>
      <dgm:t>
        <a:bodyPr/>
        <a:lstStyle/>
        <a:p>
          <a:r>
            <a:rPr lang="en-US"/>
            <a:t>Distribute on</a:t>
          </a:r>
        </a:p>
      </dgm:t>
    </dgm:pt>
    <dgm:pt modelId="{043E91FB-37CC-484E-905E-41E6D88C2E3C}" type="parTrans" cxnId="{10157621-2697-4140-A82F-652CB27E0E2A}">
      <dgm:prSet/>
      <dgm:spPr/>
      <dgm:t>
        <a:bodyPr/>
        <a:lstStyle/>
        <a:p>
          <a:endParaRPr lang="en-US"/>
        </a:p>
      </dgm:t>
    </dgm:pt>
    <dgm:pt modelId="{F33A3F84-07AF-4C29-B4E7-C6B70051A673}" type="sibTrans" cxnId="{10157621-2697-4140-A82F-652CB27E0E2A}">
      <dgm:prSet/>
      <dgm:spPr/>
      <dgm:t>
        <a:bodyPr/>
        <a:lstStyle/>
        <a:p>
          <a:endParaRPr lang="en-US"/>
        </a:p>
      </dgm:t>
    </dgm:pt>
    <dgm:pt modelId="{AB7428EA-4126-472B-9855-B65428BB087D}">
      <dgm:prSet/>
      <dgm:spPr/>
      <dgm:t>
        <a:bodyPr/>
        <a:lstStyle/>
        <a:p>
          <a:r>
            <a:rPr lang="en-US"/>
            <a:t>- Distribute on-call responsibilities fairly among team members</a:t>
          </a:r>
        </a:p>
      </dgm:t>
    </dgm:pt>
    <dgm:pt modelId="{7C2738C6-72A5-44E4-80A6-FD4BE3775B1D}" type="parTrans" cxnId="{6A15DFF8-E5E8-4354-9D72-9918D6884B35}">
      <dgm:prSet/>
      <dgm:spPr/>
      <dgm:t>
        <a:bodyPr/>
        <a:lstStyle/>
        <a:p>
          <a:endParaRPr lang="en-US"/>
        </a:p>
      </dgm:t>
    </dgm:pt>
    <dgm:pt modelId="{E92C9F1A-5AFC-439F-9BAA-5A7A7457AA61}" type="sibTrans" cxnId="{6A15DFF8-E5E8-4354-9D72-9918D6884B35}">
      <dgm:prSet/>
      <dgm:spPr/>
      <dgm:t>
        <a:bodyPr/>
        <a:lstStyle/>
        <a:p>
          <a:endParaRPr lang="en-US"/>
        </a:p>
      </dgm:t>
    </dgm:pt>
    <dgm:pt modelId="{AAA89CAC-5683-48FC-BDE0-FC11629FD5E7}">
      <dgm:prSet/>
      <dgm:spPr/>
      <dgm:t>
        <a:bodyPr/>
        <a:lstStyle/>
        <a:p>
          <a:r>
            <a:rPr lang="en-US"/>
            <a:t>Avoid</a:t>
          </a:r>
        </a:p>
      </dgm:t>
    </dgm:pt>
    <dgm:pt modelId="{7C8F03AA-443D-4AD3-A93F-10EED9355D1D}" type="parTrans" cxnId="{25C8130B-4E61-4A5D-8774-5AB5E8BC7242}">
      <dgm:prSet/>
      <dgm:spPr/>
      <dgm:t>
        <a:bodyPr/>
        <a:lstStyle/>
        <a:p>
          <a:endParaRPr lang="en-US"/>
        </a:p>
      </dgm:t>
    </dgm:pt>
    <dgm:pt modelId="{7096B368-E948-426C-80FE-80E0FE31E4CB}" type="sibTrans" cxnId="{25C8130B-4E61-4A5D-8774-5AB5E8BC7242}">
      <dgm:prSet/>
      <dgm:spPr/>
      <dgm:t>
        <a:bodyPr/>
        <a:lstStyle/>
        <a:p>
          <a:endParaRPr lang="en-US"/>
        </a:p>
      </dgm:t>
    </dgm:pt>
    <dgm:pt modelId="{3C6AC3E4-C13B-4A85-B438-5F201F2D791F}">
      <dgm:prSet/>
      <dgm:spPr/>
      <dgm:t>
        <a:bodyPr/>
        <a:lstStyle/>
        <a:p>
          <a:r>
            <a:rPr lang="en-US"/>
            <a:t>- Avoid burnout by implementing sustainable scheduling</a:t>
          </a:r>
        </a:p>
      </dgm:t>
    </dgm:pt>
    <dgm:pt modelId="{54E4D989-0069-4E4F-8928-09BC3A29CB52}" type="parTrans" cxnId="{77E3B4A1-D191-4A27-8C44-B1B75590BDF3}">
      <dgm:prSet/>
      <dgm:spPr/>
      <dgm:t>
        <a:bodyPr/>
        <a:lstStyle/>
        <a:p>
          <a:endParaRPr lang="en-US"/>
        </a:p>
      </dgm:t>
    </dgm:pt>
    <dgm:pt modelId="{CBD727D6-D6D1-4B15-9D41-1CB7EB9ED2F9}" type="sibTrans" cxnId="{77E3B4A1-D191-4A27-8C44-B1B75590BDF3}">
      <dgm:prSet/>
      <dgm:spPr/>
      <dgm:t>
        <a:bodyPr/>
        <a:lstStyle/>
        <a:p>
          <a:endParaRPr lang="en-US"/>
        </a:p>
      </dgm:t>
    </dgm:pt>
    <dgm:pt modelId="{CC412DE0-CBE2-4CC8-BF65-D3F3603D677B}">
      <dgm:prSet/>
      <dgm:spPr/>
      <dgm:t>
        <a:bodyPr/>
        <a:lstStyle/>
        <a:p>
          <a:r>
            <a:rPr lang="en-US"/>
            <a:t>Align</a:t>
          </a:r>
        </a:p>
      </dgm:t>
    </dgm:pt>
    <dgm:pt modelId="{8F6B0422-C7F1-43C9-92F5-CF6700808FCC}" type="parTrans" cxnId="{13A62554-A407-40CC-8B01-621F619FBB2E}">
      <dgm:prSet/>
      <dgm:spPr/>
      <dgm:t>
        <a:bodyPr/>
        <a:lstStyle/>
        <a:p>
          <a:endParaRPr lang="en-US"/>
        </a:p>
      </dgm:t>
    </dgm:pt>
    <dgm:pt modelId="{BB397269-E57C-441F-894B-303DFED8CC2E}" type="sibTrans" cxnId="{13A62554-A407-40CC-8B01-621F619FBB2E}">
      <dgm:prSet/>
      <dgm:spPr/>
      <dgm:t>
        <a:bodyPr/>
        <a:lstStyle/>
        <a:p>
          <a:endParaRPr lang="en-US"/>
        </a:p>
      </dgm:t>
    </dgm:pt>
    <dgm:pt modelId="{35B3CD56-2646-4712-81F1-4B41D855B736}">
      <dgm:prSet/>
      <dgm:spPr/>
      <dgm:t>
        <a:bodyPr/>
        <a:lstStyle/>
        <a:p>
          <a:r>
            <a:rPr lang="en-US"/>
            <a:t>- Align incident response with business continuity goals</a:t>
          </a:r>
        </a:p>
      </dgm:t>
    </dgm:pt>
    <dgm:pt modelId="{FC3455B9-17F3-4BF2-87EB-3B45B35AD605}" type="parTrans" cxnId="{2679C75D-45E2-4B7D-9EB9-543D4BF93974}">
      <dgm:prSet/>
      <dgm:spPr/>
      <dgm:t>
        <a:bodyPr/>
        <a:lstStyle/>
        <a:p>
          <a:endParaRPr lang="en-US"/>
        </a:p>
      </dgm:t>
    </dgm:pt>
    <dgm:pt modelId="{ADE21588-F9DF-43CE-B222-D9CCC3A54284}" type="sibTrans" cxnId="{2679C75D-45E2-4B7D-9EB9-543D4BF93974}">
      <dgm:prSet/>
      <dgm:spPr/>
      <dgm:t>
        <a:bodyPr/>
        <a:lstStyle/>
        <a:p>
          <a:endParaRPr lang="en-US"/>
        </a:p>
      </dgm:t>
    </dgm:pt>
    <dgm:pt modelId="{EBBA9AB5-3EC9-4915-A58D-C9F869096D8D}" type="pres">
      <dgm:prSet presAssocID="{29E15A25-BCCA-4D98-BD13-058FB15D9BE6}" presName="Name0" presStyleCnt="0">
        <dgm:presLayoutVars>
          <dgm:dir/>
          <dgm:animLvl val="lvl"/>
          <dgm:resizeHandles val="exact"/>
        </dgm:presLayoutVars>
      </dgm:prSet>
      <dgm:spPr/>
    </dgm:pt>
    <dgm:pt modelId="{4B67E3F0-DED7-41C9-B2C5-7B97967B5364}" type="pres">
      <dgm:prSet presAssocID="{4A201A1A-F62D-40B5-986E-BB1A75C080D9}" presName="linNode" presStyleCnt="0"/>
      <dgm:spPr/>
    </dgm:pt>
    <dgm:pt modelId="{816FDAC6-FE21-496B-9C77-3B12E43E801B}" type="pres">
      <dgm:prSet presAssocID="{4A201A1A-F62D-40B5-986E-BB1A75C080D9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9757F8A8-375B-4E22-9CC4-44F10EF484A2}" type="pres">
      <dgm:prSet presAssocID="{4A201A1A-F62D-40B5-986E-BB1A75C080D9}" presName="descendantText" presStyleLbl="alignNode1" presStyleIdx="0" presStyleCnt="5">
        <dgm:presLayoutVars>
          <dgm:bulletEnabled/>
        </dgm:presLayoutVars>
      </dgm:prSet>
      <dgm:spPr/>
    </dgm:pt>
    <dgm:pt modelId="{4EECA47A-E334-4C26-A0FB-BA75FB617072}" type="pres">
      <dgm:prSet presAssocID="{FF84C7C0-CC56-4960-B2FD-79AD3ABB130D}" presName="sp" presStyleCnt="0"/>
      <dgm:spPr/>
    </dgm:pt>
    <dgm:pt modelId="{2898A9BD-628F-4AEA-9A8E-BA01F3AA1377}" type="pres">
      <dgm:prSet presAssocID="{CB8693E4-B190-4ACF-9187-B2827A1736A6}" presName="linNode" presStyleCnt="0"/>
      <dgm:spPr/>
    </dgm:pt>
    <dgm:pt modelId="{62EA3CBC-4AE6-4FBC-AD69-82C17443476F}" type="pres">
      <dgm:prSet presAssocID="{CB8693E4-B190-4ACF-9187-B2827A1736A6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89948272-8548-4B90-8632-CC55A2D9B50C}" type="pres">
      <dgm:prSet presAssocID="{CB8693E4-B190-4ACF-9187-B2827A1736A6}" presName="descendantText" presStyleLbl="alignNode1" presStyleIdx="1" presStyleCnt="5">
        <dgm:presLayoutVars>
          <dgm:bulletEnabled/>
        </dgm:presLayoutVars>
      </dgm:prSet>
      <dgm:spPr/>
    </dgm:pt>
    <dgm:pt modelId="{11B8E654-E7CA-48CF-86E1-13050224A3CC}" type="pres">
      <dgm:prSet presAssocID="{4F8A54C2-6F40-4393-9567-F05F445FF15C}" presName="sp" presStyleCnt="0"/>
      <dgm:spPr/>
    </dgm:pt>
    <dgm:pt modelId="{90AEB76B-7532-40F7-BA05-7D630C08853A}" type="pres">
      <dgm:prSet presAssocID="{55ACB842-177C-4B47-B17A-E79A8E8DF928}" presName="linNode" presStyleCnt="0"/>
      <dgm:spPr/>
    </dgm:pt>
    <dgm:pt modelId="{42A9059B-4785-4502-9EB0-48F1352C67CA}" type="pres">
      <dgm:prSet presAssocID="{55ACB842-177C-4B47-B17A-E79A8E8DF928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7A6CF55A-EA29-4FD6-A133-A84FD60DCBD0}" type="pres">
      <dgm:prSet presAssocID="{55ACB842-177C-4B47-B17A-E79A8E8DF928}" presName="descendantText" presStyleLbl="alignNode1" presStyleIdx="2" presStyleCnt="5">
        <dgm:presLayoutVars>
          <dgm:bulletEnabled/>
        </dgm:presLayoutVars>
      </dgm:prSet>
      <dgm:spPr/>
    </dgm:pt>
    <dgm:pt modelId="{235BAFD3-6CE3-41F5-ABE1-02C6F92E5950}" type="pres">
      <dgm:prSet presAssocID="{F33A3F84-07AF-4C29-B4E7-C6B70051A673}" presName="sp" presStyleCnt="0"/>
      <dgm:spPr/>
    </dgm:pt>
    <dgm:pt modelId="{59D42913-8DCE-4B7B-8114-0FE5EA4BFC51}" type="pres">
      <dgm:prSet presAssocID="{AAA89CAC-5683-48FC-BDE0-FC11629FD5E7}" presName="linNode" presStyleCnt="0"/>
      <dgm:spPr/>
    </dgm:pt>
    <dgm:pt modelId="{A3E236E4-10B9-40D8-9A9E-98C0D6666BB6}" type="pres">
      <dgm:prSet presAssocID="{AAA89CAC-5683-48FC-BDE0-FC11629FD5E7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A00E6F31-8172-4114-8B8F-EEC64DC4C71D}" type="pres">
      <dgm:prSet presAssocID="{AAA89CAC-5683-48FC-BDE0-FC11629FD5E7}" presName="descendantText" presStyleLbl="alignNode1" presStyleIdx="3" presStyleCnt="5">
        <dgm:presLayoutVars>
          <dgm:bulletEnabled/>
        </dgm:presLayoutVars>
      </dgm:prSet>
      <dgm:spPr/>
    </dgm:pt>
    <dgm:pt modelId="{D140186C-7DC6-487E-BF04-EA96676FA7C3}" type="pres">
      <dgm:prSet presAssocID="{7096B368-E948-426C-80FE-80E0FE31E4CB}" presName="sp" presStyleCnt="0"/>
      <dgm:spPr/>
    </dgm:pt>
    <dgm:pt modelId="{B0CBF9CB-C543-4AE4-92CB-849428B2A1F8}" type="pres">
      <dgm:prSet presAssocID="{CC412DE0-CBE2-4CC8-BF65-D3F3603D677B}" presName="linNode" presStyleCnt="0"/>
      <dgm:spPr/>
    </dgm:pt>
    <dgm:pt modelId="{AA5A94FB-F14E-4644-AEDC-681EAEFB02B1}" type="pres">
      <dgm:prSet presAssocID="{CC412DE0-CBE2-4CC8-BF65-D3F3603D677B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5395BB81-B1DC-4890-8A57-0617D2F122F9}" type="pres">
      <dgm:prSet presAssocID="{CC412DE0-CBE2-4CC8-BF65-D3F3603D677B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25C8130B-4E61-4A5D-8774-5AB5E8BC7242}" srcId="{29E15A25-BCCA-4D98-BD13-058FB15D9BE6}" destId="{AAA89CAC-5683-48FC-BDE0-FC11629FD5E7}" srcOrd="3" destOrd="0" parTransId="{7C8F03AA-443D-4AD3-A93F-10EED9355D1D}" sibTransId="{7096B368-E948-426C-80FE-80E0FE31E4CB}"/>
    <dgm:cxn modelId="{10157621-2697-4140-A82F-652CB27E0E2A}" srcId="{29E15A25-BCCA-4D98-BD13-058FB15D9BE6}" destId="{55ACB842-177C-4B47-B17A-E79A8E8DF928}" srcOrd="2" destOrd="0" parTransId="{043E91FB-37CC-484E-905E-41E6D88C2E3C}" sibTransId="{F33A3F84-07AF-4C29-B4E7-C6B70051A673}"/>
    <dgm:cxn modelId="{DDD10925-A2B1-46B3-A989-24ABC9A41904}" type="presOf" srcId="{35B3CD56-2646-4712-81F1-4B41D855B736}" destId="{5395BB81-B1DC-4890-8A57-0617D2F122F9}" srcOrd="0" destOrd="0" presId="urn:microsoft.com/office/officeart/2016/7/layout/VerticalHollowActionList"/>
    <dgm:cxn modelId="{4C731138-6624-45BB-92D7-9A48945BDD21}" type="presOf" srcId="{4A201A1A-F62D-40B5-986E-BB1A75C080D9}" destId="{816FDAC6-FE21-496B-9C77-3B12E43E801B}" srcOrd="0" destOrd="0" presId="urn:microsoft.com/office/officeart/2016/7/layout/VerticalHollowActionList"/>
    <dgm:cxn modelId="{2679C75D-45E2-4B7D-9EB9-543D4BF93974}" srcId="{CC412DE0-CBE2-4CC8-BF65-D3F3603D677B}" destId="{35B3CD56-2646-4712-81F1-4B41D855B736}" srcOrd="0" destOrd="0" parTransId="{FC3455B9-17F3-4BF2-87EB-3B45B35AD605}" sibTransId="{ADE21588-F9DF-43CE-B222-D9CCC3A54284}"/>
    <dgm:cxn modelId="{EED40443-E673-4E97-B21F-5FF633E4AC52}" type="presOf" srcId="{29E15A25-BCCA-4D98-BD13-058FB15D9BE6}" destId="{EBBA9AB5-3EC9-4915-A58D-C9F869096D8D}" srcOrd="0" destOrd="0" presId="urn:microsoft.com/office/officeart/2016/7/layout/VerticalHollowActionList"/>
    <dgm:cxn modelId="{96DC134B-C334-4DF9-8329-B94F72D3BCA8}" type="presOf" srcId="{C4A1CD0F-9797-4F36-A187-33BFD676D08E}" destId="{89948272-8548-4B90-8632-CC55A2D9B50C}" srcOrd="0" destOrd="0" presId="urn:microsoft.com/office/officeart/2016/7/layout/VerticalHollowActionList"/>
    <dgm:cxn modelId="{892B9770-6F5B-48DB-97A0-C60FD2408F0B}" srcId="{29E15A25-BCCA-4D98-BD13-058FB15D9BE6}" destId="{4A201A1A-F62D-40B5-986E-BB1A75C080D9}" srcOrd="0" destOrd="0" parTransId="{C7494165-5488-4064-B1C8-5B12A1E6B2AB}" sibTransId="{FF84C7C0-CC56-4960-B2FD-79AD3ABB130D}"/>
    <dgm:cxn modelId="{13A62554-A407-40CC-8B01-621F619FBB2E}" srcId="{29E15A25-BCCA-4D98-BD13-058FB15D9BE6}" destId="{CC412DE0-CBE2-4CC8-BF65-D3F3603D677B}" srcOrd="4" destOrd="0" parTransId="{8F6B0422-C7F1-43C9-92F5-CF6700808FCC}" sibTransId="{BB397269-E57C-441F-894B-303DFED8CC2E}"/>
    <dgm:cxn modelId="{910D399C-978C-4414-8BCA-4556E2D8A84E}" type="presOf" srcId="{55ACB842-177C-4B47-B17A-E79A8E8DF928}" destId="{42A9059B-4785-4502-9EB0-48F1352C67CA}" srcOrd="0" destOrd="0" presId="urn:microsoft.com/office/officeart/2016/7/layout/VerticalHollowActionList"/>
    <dgm:cxn modelId="{77E3B4A1-D191-4A27-8C44-B1B75590BDF3}" srcId="{AAA89CAC-5683-48FC-BDE0-FC11629FD5E7}" destId="{3C6AC3E4-C13B-4A85-B438-5F201F2D791F}" srcOrd="0" destOrd="0" parTransId="{54E4D989-0069-4E4F-8928-09BC3A29CB52}" sibTransId="{CBD727D6-D6D1-4B15-9D41-1CB7EB9ED2F9}"/>
    <dgm:cxn modelId="{547161B1-1DDB-4F66-9134-B4F3E44E6FCE}" srcId="{29E15A25-BCCA-4D98-BD13-058FB15D9BE6}" destId="{CB8693E4-B190-4ACF-9187-B2827A1736A6}" srcOrd="1" destOrd="0" parTransId="{09A81D8E-2D12-405F-AEC5-B77383776BA9}" sibTransId="{4F8A54C2-6F40-4393-9567-F05F445FF15C}"/>
    <dgm:cxn modelId="{48CEECC3-8FCC-44BB-B2FA-FDAD763892CF}" type="presOf" srcId="{3C6AC3E4-C13B-4A85-B438-5F201F2D791F}" destId="{A00E6F31-8172-4114-8B8F-EEC64DC4C71D}" srcOrd="0" destOrd="0" presId="urn:microsoft.com/office/officeart/2016/7/layout/VerticalHollowActionList"/>
    <dgm:cxn modelId="{4533FCC3-FF48-43EC-9948-BB5B28E757B7}" srcId="{4A201A1A-F62D-40B5-986E-BB1A75C080D9}" destId="{9AD16BBE-355F-4319-8B17-D77724E20BD6}" srcOrd="0" destOrd="0" parTransId="{F90B5742-703B-4E3B-A7D4-4E410DB2B96C}" sibTransId="{C768ED0A-4C03-4AC8-A6A0-06AB01BECF5F}"/>
    <dgm:cxn modelId="{1087D5C5-E22A-4FA4-9CC8-69ABF469722D}" type="presOf" srcId="{AB7428EA-4126-472B-9855-B65428BB087D}" destId="{7A6CF55A-EA29-4FD6-A133-A84FD60DCBD0}" srcOrd="0" destOrd="0" presId="urn:microsoft.com/office/officeart/2016/7/layout/VerticalHollowActionList"/>
    <dgm:cxn modelId="{B7BFDDD2-4240-4990-B164-293B7FB1E877}" type="presOf" srcId="{CC412DE0-CBE2-4CC8-BF65-D3F3603D677B}" destId="{AA5A94FB-F14E-4644-AEDC-681EAEFB02B1}" srcOrd="0" destOrd="0" presId="urn:microsoft.com/office/officeart/2016/7/layout/VerticalHollowActionList"/>
    <dgm:cxn modelId="{7A3B1EDF-2A16-48B0-BDB7-440E4CBBEDC9}" type="presOf" srcId="{AAA89CAC-5683-48FC-BDE0-FC11629FD5E7}" destId="{A3E236E4-10B9-40D8-9A9E-98C0D6666BB6}" srcOrd="0" destOrd="0" presId="urn:microsoft.com/office/officeart/2016/7/layout/VerticalHollowActionList"/>
    <dgm:cxn modelId="{22D653F0-DBA9-4C26-B4D7-9A155F519470}" type="presOf" srcId="{9AD16BBE-355F-4319-8B17-D77724E20BD6}" destId="{9757F8A8-375B-4E22-9CC4-44F10EF484A2}" srcOrd="0" destOrd="0" presId="urn:microsoft.com/office/officeart/2016/7/layout/VerticalHollowActionList"/>
    <dgm:cxn modelId="{3EAD44F3-0366-4C3F-A108-9D01B3E999F3}" srcId="{CB8693E4-B190-4ACF-9187-B2827A1736A6}" destId="{C4A1CD0F-9797-4F36-A187-33BFD676D08E}" srcOrd="0" destOrd="0" parTransId="{760A7234-04BD-476B-B3C4-B7619D39AB3E}" sibTransId="{EE42604B-1318-4F7B-B09C-3D8E15907DC5}"/>
    <dgm:cxn modelId="{A97CB7F8-C049-461D-8760-1E13D3EF3B22}" type="presOf" srcId="{CB8693E4-B190-4ACF-9187-B2827A1736A6}" destId="{62EA3CBC-4AE6-4FBC-AD69-82C17443476F}" srcOrd="0" destOrd="0" presId="urn:microsoft.com/office/officeart/2016/7/layout/VerticalHollowActionList"/>
    <dgm:cxn modelId="{6A15DFF8-E5E8-4354-9D72-9918D6884B35}" srcId="{55ACB842-177C-4B47-B17A-E79A8E8DF928}" destId="{AB7428EA-4126-472B-9855-B65428BB087D}" srcOrd="0" destOrd="0" parTransId="{7C2738C6-72A5-44E4-80A6-FD4BE3775B1D}" sibTransId="{E92C9F1A-5AFC-439F-9BAA-5A7A7457AA61}"/>
    <dgm:cxn modelId="{EB82197F-C488-4A52-94E5-1D88F7194BDF}" type="presParOf" srcId="{EBBA9AB5-3EC9-4915-A58D-C9F869096D8D}" destId="{4B67E3F0-DED7-41C9-B2C5-7B97967B5364}" srcOrd="0" destOrd="0" presId="urn:microsoft.com/office/officeart/2016/7/layout/VerticalHollowActionList"/>
    <dgm:cxn modelId="{7B7141F2-81F4-4A5F-A1B9-D48895E06482}" type="presParOf" srcId="{4B67E3F0-DED7-41C9-B2C5-7B97967B5364}" destId="{816FDAC6-FE21-496B-9C77-3B12E43E801B}" srcOrd="0" destOrd="0" presId="urn:microsoft.com/office/officeart/2016/7/layout/VerticalHollowActionList"/>
    <dgm:cxn modelId="{AC6D6ACD-53B3-42F3-81F7-EE3418CE9CDF}" type="presParOf" srcId="{4B67E3F0-DED7-41C9-B2C5-7B97967B5364}" destId="{9757F8A8-375B-4E22-9CC4-44F10EF484A2}" srcOrd="1" destOrd="0" presId="urn:microsoft.com/office/officeart/2016/7/layout/VerticalHollowActionList"/>
    <dgm:cxn modelId="{B119B4B2-E222-4F0E-A17F-A78CD3E54EAD}" type="presParOf" srcId="{EBBA9AB5-3EC9-4915-A58D-C9F869096D8D}" destId="{4EECA47A-E334-4C26-A0FB-BA75FB617072}" srcOrd="1" destOrd="0" presId="urn:microsoft.com/office/officeart/2016/7/layout/VerticalHollowActionList"/>
    <dgm:cxn modelId="{A61219EC-8123-4928-BD83-F1CA18182E6F}" type="presParOf" srcId="{EBBA9AB5-3EC9-4915-A58D-C9F869096D8D}" destId="{2898A9BD-628F-4AEA-9A8E-BA01F3AA1377}" srcOrd="2" destOrd="0" presId="urn:microsoft.com/office/officeart/2016/7/layout/VerticalHollowActionList"/>
    <dgm:cxn modelId="{7FC2372A-15D1-4B29-A3F1-0192F059DE04}" type="presParOf" srcId="{2898A9BD-628F-4AEA-9A8E-BA01F3AA1377}" destId="{62EA3CBC-4AE6-4FBC-AD69-82C17443476F}" srcOrd="0" destOrd="0" presId="urn:microsoft.com/office/officeart/2016/7/layout/VerticalHollowActionList"/>
    <dgm:cxn modelId="{4509FE72-C1E2-44C0-9123-B710B46ADA0D}" type="presParOf" srcId="{2898A9BD-628F-4AEA-9A8E-BA01F3AA1377}" destId="{89948272-8548-4B90-8632-CC55A2D9B50C}" srcOrd="1" destOrd="0" presId="urn:microsoft.com/office/officeart/2016/7/layout/VerticalHollowActionList"/>
    <dgm:cxn modelId="{679D9184-A568-4F6A-B0DF-5214EB260D13}" type="presParOf" srcId="{EBBA9AB5-3EC9-4915-A58D-C9F869096D8D}" destId="{11B8E654-E7CA-48CF-86E1-13050224A3CC}" srcOrd="3" destOrd="0" presId="urn:microsoft.com/office/officeart/2016/7/layout/VerticalHollowActionList"/>
    <dgm:cxn modelId="{14C3287D-D418-4524-81BB-495281E6B589}" type="presParOf" srcId="{EBBA9AB5-3EC9-4915-A58D-C9F869096D8D}" destId="{90AEB76B-7532-40F7-BA05-7D630C08853A}" srcOrd="4" destOrd="0" presId="urn:microsoft.com/office/officeart/2016/7/layout/VerticalHollowActionList"/>
    <dgm:cxn modelId="{C7AF6081-DE76-4396-A851-ACDBC91D9CAA}" type="presParOf" srcId="{90AEB76B-7532-40F7-BA05-7D630C08853A}" destId="{42A9059B-4785-4502-9EB0-48F1352C67CA}" srcOrd="0" destOrd="0" presId="urn:microsoft.com/office/officeart/2016/7/layout/VerticalHollowActionList"/>
    <dgm:cxn modelId="{61529533-68E7-4CD1-BCF5-C2726D6CF5CF}" type="presParOf" srcId="{90AEB76B-7532-40F7-BA05-7D630C08853A}" destId="{7A6CF55A-EA29-4FD6-A133-A84FD60DCBD0}" srcOrd="1" destOrd="0" presId="urn:microsoft.com/office/officeart/2016/7/layout/VerticalHollowActionList"/>
    <dgm:cxn modelId="{B4CAC65E-E6FB-4BB8-B1FF-C5FABF98108B}" type="presParOf" srcId="{EBBA9AB5-3EC9-4915-A58D-C9F869096D8D}" destId="{235BAFD3-6CE3-41F5-ABE1-02C6F92E5950}" srcOrd="5" destOrd="0" presId="urn:microsoft.com/office/officeart/2016/7/layout/VerticalHollowActionList"/>
    <dgm:cxn modelId="{899A0087-C908-4DE1-ACDE-6F0F79EB96AA}" type="presParOf" srcId="{EBBA9AB5-3EC9-4915-A58D-C9F869096D8D}" destId="{59D42913-8DCE-4B7B-8114-0FE5EA4BFC51}" srcOrd="6" destOrd="0" presId="urn:microsoft.com/office/officeart/2016/7/layout/VerticalHollowActionList"/>
    <dgm:cxn modelId="{8719796D-BA74-4545-87AA-6E39143A86D7}" type="presParOf" srcId="{59D42913-8DCE-4B7B-8114-0FE5EA4BFC51}" destId="{A3E236E4-10B9-40D8-9A9E-98C0D6666BB6}" srcOrd="0" destOrd="0" presId="urn:microsoft.com/office/officeart/2016/7/layout/VerticalHollowActionList"/>
    <dgm:cxn modelId="{D4873964-4922-4306-A524-3C5DAE827D4B}" type="presParOf" srcId="{59D42913-8DCE-4B7B-8114-0FE5EA4BFC51}" destId="{A00E6F31-8172-4114-8B8F-EEC64DC4C71D}" srcOrd="1" destOrd="0" presId="urn:microsoft.com/office/officeart/2016/7/layout/VerticalHollowActionList"/>
    <dgm:cxn modelId="{EBF41416-EA4B-4270-AB3C-3455B7CE4CFC}" type="presParOf" srcId="{EBBA9AB5-3EC9-4915-A58D-C9F869096D8D}" destId="{D140186C-7DC6-487E-BF04-EA96676FA7C3}" srcOrd="7" destOrd="0" presId="urn:microsoft.com/office/officeart/2016/7/layout/VerticalHollowActionList"/>
    <dgm:cxn modelId="{7DEC6BB7-D24C-4934-83AA-C32545904D48}" type="presParOf" srcId="{EBBA9AB5-3EC9-4915-A58D-C9F869096D8D}" destId="{B0CBF9CB-C543-4AE4-92CB-849428B2A1F8}" srcOrd="8" destOrd="0" presId="urn:microsoft.com/office/officeart/2016/7/layout/VerticalHollowActionList"/>
    <dgm:cxn modelId="{8E48D9CA-83F1-4852-9C66-96B0AD6E907E}" type="presParOf" srcId="{B0CBF9CB-C543-4AE4-92CB-849428B2A1F8}" destId="{AA5A94FB-F14E-4644-AEDC-681EAEFB02B1}" srcOrd="0" destOrd="0" presId="urn:microsoft.com/office/officeart/2016/7/layout/VerticalHollowActionList"/>
    <dgm:cxn modelId="{BBD1E455-65D3-4CB7-9499-32DF096E9C0E}" type="presParOf" srcId="{B0CBF9CB-C543-4AE4-92CB-849428B2A1F8}" destId="{5395BB81-B1DC-4890-8A57-0617D2F122F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B5482F-B9B4-4484-92CB-DF92E2C4A60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84CC9D-208C-4393-9C53-22C7261F43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Focus alerts on latency, traffic, errors, and saturation</a:t>
          </a:r>
        </a:p>
      </dgm:t>
    </dgm:pt>
    <dgm:pt modelId="{ED797C0B-6D22-45CD-8C45-65BE76D7B289}" type="parTrans" cxnId="{D5E5367F-9795-4F0C-AD03-63B043C5DF71}">
      <dgm:prSet/>
      <dgm:spPr/>
      <dgm:t>
        <a:bodyPr/>
        <a:lstStyle/>
        <a:p>
          <a:endParaRPr lang="en-US"/>
        </a:p>
      </dgm:t>
    </dgm:pt>
    <dgm:pt modelId="{86991AE5-2A41-4817-BB23-CCB911665424}" type="sibTrans" cxnId="{D5E5367F-9795-4F0C-AD03-63B043C5DF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BC2228-C5F0-46BD-BE0E-40D3C7285D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Reduce noise by eliminating redundant or low-priority alerts</a:t>
          </a:r>
        </a:p>
      </dgm:t>
    </dgm:pt>
    <dgm:pt modelId="{213BEAB4-F438-47E1-9B74-335DC8BDF37F}" type="parTrans" cxnId="{24616508-9F63-4EEE-87C7-5EEEF6BC52EF}">
      <dgm:prSet/>
      <dgm:spPr/>
      <dgm:t>
        <a:bodyPr/>
        <a:lstStyle/>
        <a:p>
          <a:endParaRPr lang="en-US"/>
        </a:p>
      </dgm:t>
    </dgm:pt>
    <dgm:pt modelId="{19FAD64A-4CF5-4809-8541-B9B5D13F0C5F}" type="sibTrans" cxnId="{24616508-9F63-4EEE-87C7-5EEEF6BC52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806A71-004D-441B-A7F3-BE9B850FE9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Implement alert dashboards for quick diagnostics</a:t>
          </a:r>
        </a:p>
      </dgm:t>
    </dgm:pt>
    <dgm:pt modelId="{D2770D8D-BFC4-4EF1-964A-DB71F9EBDD1E}" type="parTrans" cxnId="{BF80943A-2D02-438D-A031-61ECDB487647}">
      <dgm:prSet/>
      <dgm:spPr/>
      <dgm:t>
        <a:bodyPr/>
        <a:lstStyle/>
        <a:p>
          <a:endParaRPr lang="en-US"/>
        </a:p>
      </dgm:t>
    </dgm:pt>
    <dgm:pt modelId="{5371D37D-10B4-4DED-ADEF-823FEB2557DF}" type="sibTrans" cxnId="{BF80943A-2D02-438D-A031-61ECDB4876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4C5DE6-CF70-4ACA-B153-88C4346FDE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Ensure each alert is actionable and relevant</a:t>
          </a:r>
        </a:p>
      </dgm:t>
    </dgm:pt>
    <dgm:pt modelId="{7114191C-A60A-4823-9B18-D60A53B15E2A}" type="parTrans" cxnId="{346CD696-98DF-4FB7-9153-0FDD93D0E12B}">
      <dgm:prSet/>
      <dgm:spPr/>
      <dgm:t>
        <a:bodyPr/>
        <a:lstStyle/>
        <a:p>
          <a:endParaRPr lang="en-US"/>
        </a:p>
      </dgm:t>
    </dgm:pt>
    <dgm:pt modelId="{8CAE3FC3-3548-4868-83A5-C04182D81B8B}" type="sibTrans" cxnId="{346CD696-98DF-4FB7-9153-0FDD93D0E1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CFC3AE-1BCC-4C38-85D9-DB077A755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Align monitoring with SLAs and SLOs</a:t>
          </a:r>
        </a:p>
      </dgm:t>
    </dgm:pt>
    <dgm:pt modelId="{790F4A5B-4001-416B-95D6-C066F71C0C09}" type="parTrans" cxnId="{4DB32F3D-4A52-4762-8A2C-F62F80960D00}">
      <dgm:prSet/>
      <dgm:spPr/>
      <dgm:t>
        <a:bodyPr/>
        <a:lstStyle/>
        <a:p>
          <a:endParaRPr lang="en-US"/>
        </a:p>
      </dgm:t>
    </dgm:pt>
    <dgm:pt modelId="{8DEF8EF7-95DB-46E2-960C-FD8B816446A0}" type="sibTrans" cxnId="{4DB32F3D-4A52-4762-8A2C-F62F80960D00}">
      <dgm:prSet/>
      <dgm:spPr/>
      <dgm:t>
        <a:bodyPr/>
        <a:lstStyle/>
        <a:p>
          <a:endParaRPr lang="en-US"/>
        </a:p>
      </dgm:t>
    </dgm:pt>
    <dgm:pt modelId="{9AFB4330-2ADA-4EB8-B176-161890524ED3}" type="pres">
      <dgm:prSet presAssocID="{FCB5482F-B9B4-4484-92CB-DF92E2C4A602}" presName="root" presStyleCnt="0">
        <dgm:presLayoutVars>
          <dgm:dir/>
          <dgm:resizeHandles val="exact"/>
        </dgm:presLayoutVars>
      </dgm:prSet>
      <dgm:spPr/>
    </dgm:pt>
    <dgm:pt modelId="{0272C045-A8DF-4108-840A-ABF13276AFEE}" type="pres">
      <dgm:prSet presAssocID="{FCB5482F-B9B4-4484-92CB-DF92E2C4A602}" presName="container" presStyleCnt="0">
        <dgm:presLayoutVars>
          <dgm:dir/>
          <dgm:resizeHandles val="exact"/>
        </dgm:presLayoutVars>
      </dgm:prSet>
      <dgm:spPr/>
    </dgm:pt>
    <dgm:pt modelId="{CEF93E02-81F3-421A-8D0F-AC871FDAD629}" type="pres">
      <dgm:prSet presAssocID="{6484CC9D-208C-4393-9C53-22C7261F431D}" presName="compNode" presStyleCnt="0"/>
      <dgm:spPr/>
    </dgm:pt>
    <dgm:pt modelId="{E32F2C48-09BD-4EB3-9AE6-FE23276F8FA4}" type="pres">
      <dgm:prSet presAssocID="{6484CC9D-208C-4393-9C53-22C7261F431D}" presName="iconBgRect" presStyleLbl="bgShp" presStyleIdx="0" presStyleCnt="5"/>
      <dgm:spPr/>
    </dgm:pt>
    <dgm:pt modelId="{C867A5FD-6BD7-4EAA-AF21-84F973D24B14}" type="pres">
      <dgm:prSet presAssocID="{6484CC9D-208C-4393-9C53-22C7261F431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2625BE0-09F6-43C0-93CC-CB3CC85D9242}" type="pres">
      <dgm:prSet presAssocID="{6484CC9D-208C-4393-9C53-22C7261F431D}" presName="spaceRect" presStyleCnt="0"/>
      <dgm:spPr/>
    </dgm:pt>
    <dgm:pt modelId="{7D1518C8-8276-490C-8771-929AC4D22E07}" type="pres">
      <dgm:prSet presAssocID="{6484CC9D-208C-4393-9C53-22C7261F431D}" presName="textRect" presStyleLbl="revTx" presStyleIdx="0" presStyleCnt="5">
        <dgm:presLayoutVars>
          <dgm:chMax val="1"/>
          <dgm:chPref val="1"/>
        </dgm:presLayoutVars>
      </dgm:prSet>
      <dgm:spPr/>
    </dgm:pt>
    <dgm:pt modelId="{1C977FDD-A072-47D7-BF73-BF31803C1685}" type="pres">
      <dgm:prSet presAssocID="{86991AE5-2A41-4817-BB23-CCB911665424}" presName="sibTrans" presStyleLbl="sibTrans2D1" presStyleIdx="0" presStyleCnt="0"/>
      <dgm:spPr/>
    </dgm:pt>
    <dgm:pt modelId="{F5085BC1-9602-43DD-8ECD-7122279FBD3A}" type="pres">
      <dgm:prSet presAssocID="{CFBC2228-C5F0-46BD-BE0E-40D3C7285D36}" presName="compNode" presStyleCnt="0"/>
      <dgm:spPr/>
    </dgm:pt>
    <dgm:pt modelId="{E0C0F731-EAAA-453B-870F-76739429216B}" type="pres">
      <dgm:prSet presAssocID="{CFBC2228-C5F0-46BD-BE0E-40D3C7285D36}" presName="iconBgRect" presStyleLbl="bgShp" presStyleIdx="1" presStyleCnt="5"/>
      <dgm:spPr/>
    </dgm:pt>
    <dgm:pt modelId="{B6214FBC-D1E4-4B42-9D4F-D38A2943AA1D}" type="pres">
      <dgm:prSet presAssocID="{CFBC2228-C5F0-46BD-BE0E-40D3C7285D3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5C585CC6-FB1D-42E2-8FD5-269DA1668E05}" type="pres">
      <dgm:prSet presAssocID="{CFBC2228-C5F0-46BD-BE0E-40D3C7285D36}" presName="spaceRect" presStyleCnt="0"/>
      <dgm:spPr/>
    </dgm:pt>
    <dgm:pt modelId="{F08D6925-80E3-43A3-9354-D02E814234F0}" type="pres">
      <dgm:prSet presAssocID="{CFBC2228-C5F0-46BD-BE0E-40D3C7285D36}" presName="textRect" presStyleLbl="revTx" presStyleIdx="1" presStyleCnt="5">
        <dgm:presLayoutVars>
          <dgm:chMax val="1"/>
          <dgm:chPref val="1"/>
        </dgm:presLayoutVars>
      </dgm:prSet>
      <dgm:spPr/>
    </dgm:pt>
    <dgm:pt modelId="{25CAE508-EDD0-450B-B656-CB06C5B3A8CF}" type="pres">
      <dgm:prSet presAssocID="{19FAD64A-4CF5-4809-8541-B9B5D13F0C5F}" presName="sibTrans" presStyleLbl="sibTrans2D1" presStyleIdx="0" presStyleCnt="0"/>
      <dgm:spPr/>
    </dgm:pt>
    <dgm:pt modelId="{20C07C29-B2F6-4F59-93C1-4CF00C152C6B}" type="pres">
      <dgm:prSet presAssocID="{02806A71-004D-441B-A7F3-BE9B850FE93C}" presName="compNode" presStyleCnt="0"/>
      <dgm:spPr/>
    </dgm:pt>
    <dgm:pt modelId="{46259B86-C12A-4F16-983B-5FC11621C57F}" type="pres">
      <dgm:prSet presAssocID="{02806A71-004D-441B-A7F3-BE9B850FE93C}" presName="iconBgRect" presStyleLbl="bgShp" presStyleIdx="2" presStyleCnt="5"/>
      <dgm:spPr/>
    </dgm:pt>
    <dgm:pt modelId="{3C19190C-1EB3-4B53-8254-A9C020ED6EC3}" type="pres">
      <dgm:prSet presAssocID="{02806A71-004D-441B-A7F3-BE9B850FE93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32D538B5-4C84-4006-82B7-B6F735FAA61A}" type="pres">
      <dgm:prSet presAssocID="{02806A71-004D-441B-A7F3-BE9B850FE93C}" presName="spaceRect" presStyleCnt="0"/>
      <dgm:spPr/>
    </dgm:pt>
    <dgm:pt modelId="{40FDB15E-3876-4E05-9E48-24186C3E0990}" type="pres">
      <dgm:prSet presAssocID="{02806A71-004D-441B-A7F3-BE9B850FE93C}" presName="textRect" presStyleLbl="revTx" presStyleIdx="2" presStyleCnt="5">
        <dgm:presLayoutVars>
          <dgm:chMax val="1"/>
          <dgm:chPref val="1"/>
        </dgm:presLayoutVars>
      </dgm:prSet>
      <dgm:spPr/>
    </dgm:pt>
    <dgm:pt modelId="{93A5134F-0745-4E40-B279-606F4A4AFF09}" type="pres">
      <dgm:prSet presAssocID="{5371D37D-10B4-4DED-ADEF-823FEB2557DF}" presName="sibTrans" presStyleLbl="sibTrans2D1" presStyleIdx="0" presStyleCnt="0"/>
      <dgm:spPr/>
    </dgm:pt>
    <dgm:pt modelId="{75071E35-C0C0-4F47-8C35-B25CACBB90D2}" type="pres">
      <dgm:prSet presAssocID="{DE4C5DE6-CF70-4ACA-B153-88C4346FDEF7}" presName="compNode" presStyleCnt="0"/>
      <dgm:spPr/>
    </dgm:pt>
    <dgm:pt modelId="{8C7B7382-0ED7-4F70-A847-E7914C360785}" type="pres">
      <dgm:prSet presAssocID="{DE4C5DE6-CF70-4ACA-B153-88C4346FDEF7}" presName="iconBgRect" presStyleLbl="bgShp" presStyleIdx="3" presStyleCnt="5"/>
      <dgm:spPr/>
    </dgm:pt>
    <dgm:pt modelId="{1C4D9A39-88AD-40C8-8779-88064BED827B}" type="pres">
      <dgm:prSet presAssocID="{DE4C5DE6-CF70-4ACA-B153-88C4346FDEF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31DAD240-79AD-496B-BA35-A930BC216009}" type="pres">
      <dgm:prSet presAssocID="{DE4C5DE6-CF70-4ACA-B153-88C4346FDEF7}" presName="spaceRect" presStyleCnt="0"/>
      <dgm:spPr/>
    </dgm:pt>
    <dgm:pt modelId="{F0E0BED8-F959-4A20-9E51-03D349288470}" type="pres">
      <dgm:prSet presAssocID="{DE4C5DE6-CF70-4ACA-B153-88C4346FDEF7}" presName="textRect" presStyleLbl="revTx" presStyleIdx="3" presStyleCnt="5">
        <dgm:presLayoutVars>
          <dgm:chMax val="1"/>
          <dgm:chPref val="1"/>
        </dgm:presLayoutVars>
      </dgm:prSet>
      <dgm:spPr/>
    </dgm:pt>
    <dgm:pt modelId="{247F91DD-AB49-4B82-ADDA-86F8F6E01C6E}" type="pres">
      <dgm:prSet presAssocID="{8CAE3FC3-3548-4868-83A5-C04182D81B8B}" presName="sibTrans" presStyleLbl="sibTrans2D1" presStyleIdx="0" presStyleCnt="0"/>
      <dgm:spPr/>
    </dgm:pt>
    <dgm:pt modelId="{D296FE00-550F-4351-938A-025965EB3CC2}" type="pres">
      <dgm:prSet presAssocID="{01CFC3AE-1BCC-4C38-85D9-DB077A755F00}" presName="compNode" presStyleCnt="0"/>
      <dgm:spPr/>
    </dgm:pt>
    <dgm:pt modelId="{9EC2F68C-70AD-4AE0-B7BA-EDEAFE42A128}" type="pres">
      <dgm:prSet presAssocID="{01CFC3AE-1BCC-4C38-85D9-DB077A755F00}" presName="iconBgRect" presStyleLbl="bgShp" presStyleIdx="4" presStyleCnt="5"/>
      <dgm:spPr/>
    </dgm:pt>
    <dgm:pt modelId="{989A3BF7-7EB8-42D6-A147-B34B049A0EC8}" type="pres">
      <dgm:prSet presAssocID="{01CFC3AE-1BCC-4C38-85D9-DB077A755F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0D31659-19C9-40A4-A310-532CF5AC36E5}" type="pres">
      <dgm:prSet presAssocID="{01CFC3AE-1BCC-4C38-85D9-DB077A755F00}" presName="spaceRect" presStyleCnt="0"/>
      <dgm:spPr/>
    </dgm:pt>
    <dgm:pt modelId="{FCBCF98B-6DA7-4DBD-8D08-E1015FED558F}" type="pres">
      <dgm:prSet presAssocID="{01CFC3AE-1BCC-4C38-85D9-DB077A755F0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4616508-9F63-4EEE-87C7-5EEEF6BC52EF}" srcId="{FCB5482F-B9B4-4484-92CB-DF92E2C4A602}" destId="{CFBC2228-C5F0-46BD-BE0E-40D3C7285D36}" srcOrd="1" destOrd="0" parTransId="{213BEAB4-F438-47E1-9B74-335DC8BDF37F}" sibTransId="{19FAD64A-4CF5-4809-8541-B9B5D13F0C5F}"/>
    <dgm:cxn modelId="{5A50BA39-DCBC-4B3E-A635-DB1FE006E434}" type="presOf" srcId="{CFBC2228-C5F0-46BD-BE0E-40D3C7285D36}" destId="{F08D6925-80E3-43A3-9354-D02E814234F0}" srcOrd="0" destOrd="0" presId="urn:microsoft.com/office/officeart/2018/2/layout/IconCircleList"/>
    <dgm:cxn modelId="{BF80943A-2D02-438D-A031-61ECDB487647}" srcId="{FCB5482F-B9B4-4484-92CB-DF92E2C4A602}" destId="{02806A71-004D-441B-A7F3-BE9B850FE93C}" srcOrd="2" destOrd="0" parTransId="{D2770D8D-BFC4-4EF1-964A-DB71F9EBDD1E}" sibTransId="{5371D37D-10B4-4DED-ADEF-823FEB2557DF}"/>
    <dgm:cxn modelId="{4DB32F3D-4A52-4762-8A2C-F62F80960D00}" srcId="{FCB5482F-B9B4-4484-92CB-DF92E2C4A602}" destId="{01CFC3AE-1BCC-4C38-85D9-DB077A755F00}" srcOrd="4" destOrd="0" parTransId="{790F4A5B-4001-416B-95D6-C066F71C0C09}" sibTransId="{8DEF8EF7-95DB-46E2-960C-FD8B816446A0}"/>
    <dgm:cxn modelId="{20343D4C-5AEB-4955-A53B-BD275B05F4F4}" type="presOf" srcId="{86991AE5-2A41-4817-BB23-CCB911665424}" destId="{1C977FDD-A072-47D7-BF73-BF31803C1685}" srcOrd="0" destOrd="0" presId="urn:microsoft.com/office/officeart/2018/2/layout/IconCircleList"/>
    <dgm:cxn modelId="{D5E5367F-9795-4F0C-AD03-63B043C5DF71}" srcId="{FCB5482F-B9B4-4484-92CB-DF92E2C4A602}" destId="{6484CC9D-208C-4393-9C53-22C7261F431D}" srcOrd="0" destOrd="0" parTransId="{ED797C0B-6D22-45CD-8C45-65BE76D7B289}" sibTransId="{86991AE5-2A41-4817-BB23-CCB911665424}"/>
    <dgm:cxn modelId="{4A487C88-2775-4656-B8A7-3195AA5E1059}" type="presOf" srcId="{8CAE3FC3-3548-4868-83A5-C04182D81B8B}" destId="{247F91DD-AB49-4B82-ADDA-86F8F6E01C6E}" srcOrd="0" destOrd="0" presId="urn:microsoft.com/office/officeart/2018/2/layout/IconCircleList"/>
    <dgm:cxn modelId="{346CD696-98DF-4FB7-9153-0FDD93D0E12B}" srcId="{FCB5482F-B9B4-4484-92CB-DF92E2C4A602}" destId="{DE4C5DE6-CF70-4ACA-B153-88C4346FDEF7}" srcOrd="3" destOrd="0" parTransId="{7114191C-A60A-4823-9B18-D60A53B15E2A}" sibTransId="{8CAE3FC3-3548-4868-83A5-C04182D81B8B}"/>
    <dgm:cxn modelId="{B64E7B9D-2165-4F17-8537-2F8099A9D10E}" type="presOf" srcId="{19FAD64A-4CF5-4809-8541-B9B5D13F0C5F}" destId="{25CAE508-EDD0-450B-B656-CB06C5B3A8CF}" srcOrd="0" destOrd="0" presId="urn:microsoft.com/office/officeart/2018/2/layout/IconCircleList"/>
    <dgm:cxn modelId="{3C6F64A1-80FC-45D6-9E81-3C7A3DC4882B}" type="presOf" srcId="{DE4C5DE6-CF70-4ACA-B153-88C4346FDEF7}" destId="{F0E0BED8-F959-4A20-9E51-03D349288470}" srcOrd="0" destOrd="0" presId="urn:microsoft.com/office/officeart/2018/2/layout/IconCircleList"/>
    <dgm:cxn modelId="{D7F51BB0-A4F5-4D9F-904E-09D2039D9D7E}" type="presOf" srcId="{02806A71-004D-441B-A7F3-BE9B850FE93C}" destId="{40FDB15E-3876-4E05-9E48-24186C3E0990}" srcOrd="0" destOrd="0" presId="urn:microsoft.com/office/officeart/2018/2/layout/IconCircleList"/>
    <dgm:cxn modelId="{80E23AC9-9864-4BE3-A5EE-104E560C5DDF}" type="presOf" srcId="{FCB5482F-B9B4-4484-92CB-DF92E2C4A602}" destId="{9AFB4330-2ADA-4EB8-B176-161890524ED3}" srcOrd="0" destOrd="0" presId="urn:microsoft.com/office/officeart/2018/2/layout/IconCircleList"/>
    <dgm:cxn modelId="{F93244CD-CBCD-4D19-B93C-8C6F1F327E5C}" type="presOf" srcId="{5371D37D-10B4-4DED-ADEF-823FEB2557DF}" destId="{93A5134F-0745-4E40-B279-606F4A4AFF09}" srcOrd="0" destOrd="0" presId="urn:microsoft.com/office/officeart/2018/2/layout/IconCircleList"/>
    <dgm:cxn modelId="{398F39DD-C663-4EB8-A95E-0ED3DC992819}" type="presOf" srcId="{6484CC9D-208C-4393-9C53-22C7261F431D}" destId="{7D1518C8-8276-490C-8771-929AC4D22E07}" srcOrd="0" destOrd="0" presId="urn:microsoft.com/office/officeart/2018/2/layout/IconCircleList"/>
    <dgm:cxn modelId="{78E7B5FB-0AA1-42CF-8264-DDE7D41E2CC1}" type="presOf" srcId="{01CFC3AE-1BCC-4C38-85D9-DB077A755F00}" destId="{FCBCF98B-6DA7-4DBD-8D08-E1015FED558F}" srcOrd="0" destOrd="0" presId="urn:microsoft.com/office/officeart/2018/2/layout/IconCircleList"/>
    <dgm:cxn modelId="{2B65311A-6DD3-492F-AA23-8CA161224FC1}" type="presParOf" srcId="{9AFB4330-2ADA-4EB8-B176-161890524ED3}" destId="{0272C045-A8DF-4108-840A-ABF13276AFEE}" srcOrd="0" destOrd="0" presId="urn:microsoft.com/office/officeart/2018/2/layout/IconCircleList"/>
    <dgm:cxn modelId="{D55EFFDB-E11B-4FF9-915F-6E4E770A5142}" type="presParOf" srcId="{0272C045-A8DF-4108-840A-ABF13276AFEE}" destId="{CEF93E02-81F3-421A-8D0F-AC871FDAD629}" srcOrd="0" destOrd="0" presId="urn:microsoft.com/office/officeart/2018/2/layout/IconCircleList"/>
    <dgm:cxn modelId="{E6233A0D-CFBE-4F21-9472-2C0AA7F75061}" type="presParOf" srcId="{CEF93E02-81F3-421A-8D0F-AC871FDAD629}" destId="{E32F2C48-09BD-4EB3-9AE6-FE23276F8FA4}" srcOrd="0" destOrd="0" presId="urn:microsoft.com/office/officeart/2018/2/layout/IconCircleList"/>
    <dgm:cxn modelId="{C9125D5F-43A9-438A-A99C-E78C6E5B9251}" type="presParOf" srcId="{CEF93E02-81F3-421A-8D0F-AC871FDAD629}" destId="{C867A5FD-6BD7-4EAA-AF21-84F973D24B14}" srcOrd="1" destOrd="0" presId="urn:microsoft.com/office/officeart/2018/2/layout/IconCircleList"/>
    <dgm:cxn modelId="{2C267D38-EDEF-4744-A1FD-9373DB02818A}" type="presParOf" srcId="{CEF93E02-81F3-421A-8D0F-AC871FDAD629}" destId="{A2625BE0-09F6-43C0-93CC-CB3CC85D9242}" srcOrd="2" destOrd="0" presId="urn:microsoft.com/office/officeart/2018/2/layout/IconCircleList"/>
    <dgm:cxn modelId="{9EBE42AA-2A0B-49C7-BD2C-F37F895932F2}" type="presParOf" srcId="{CEF93E02-81F3-421A-8D0F-AC871FDAD629}" destId="{7D1518C8-8276-490C-8771-929AC4D22E07}" srcOrd="3" destOrd="0" presId="urn:microsoft.com/office/officeart/2018/2/layout/IconCircleList"/>
    <dgm:cxn modelId="{8339FB27-AA5A-4F77-AB53-6D3D3CD6E32C}" type="presParOf" srcId="{0272C045-A8DF-4108-840A-ABF13276AFEE}" destId="{1C977FDD-A072-47D7-BF73-BF31803C1685}" srcOrd="1" destOrd="0" presId="urn:microsoft.com/office/officeart/2018/2/layout/IconCircleList"/>
    <dgm:cxn modelId="{8A69E0C7-1EF4-4A68-9E9B-68AA485DDC25}" type="presParOf" srcId="{0272C045-A8DF-4108-840A-ABF13276AFEE}" destId="{F5085BC1-9602-43DD-8ECD-7122279FBD3A}" srcOrd="2" destOrd="0" presId="urn:microsoft.com/office/officeart/2018/2/layout/IconCircleList"/>
    <dgm:cxn modelId="{2F6DE915-CDFC-4941-9BEA-4F59F964ED1E}" type="presParOf" srcId="{F5085BC1-9602-43DD-8ECD-7122279FBD3A}" destId="{E0C0F731-EAAA-453B-870F-76739429216B}" srcOrd="0" destOrd="0" presId="urn:microsoft.com/office/officeart/2018/2/layout/IconCircleList"/>
    <dgm:cxn modelId="{DE90241D-5A2F-4639-AD4B-4E2A17E4BA74}" type="presParOf" srcId="{F5085BC1-9602-43DD-8ECD-7122279FBD3A}" destId="{B6214FBC-D1E4-4B42-9D4F-D38A2943AA1D}" srcOrd="1" destOrd="0" presId="urn:microsoft.com/office/officeart/2018/2/layout/IconCircleList"/>
    <dgm:cxn modelId="{E5B7090F-169F-4B6A-AADC-33C6C3DE4585}" type="presParOf" srcId="{F5085BC1-9602-43DD-8ECD-7122279FBD3A}" destId="{5C585CC6-FB1D-42E2-8FD5-269DA1668E05}" srcOrd="2" destOrd="0" presId="urn:microsoft.com/office/officeart/2018/2/layout/IconCircleList"/>
    <dgm:cxn modelId="{55E9E59A-D386-48A6-9873-12838A9775B4}" type="presParOf" srcId="{F5085BC1-9602-43DD-8ECD-7122279FBD3A}" destId="{F08D6925-80E3-43A3-9354-D02E814234F0}" srcOrd="3" destOrd="0" presId="urn:microsoft.com/office/officeart/2018/2/layout/IconCircleList"/>
    <dgm:cxn modelId="{FEAE9296-C089-40F7-BBCA-F1C591EAD371}" type="presParOf" srcId="{0272C045-A8DF-4108-840A-ABF13276AFEE}" destId="{25CAE508-EDD0-450B-B656-CB06C5B3A8CF}" srcOrd="3" destOrd="0" presId="urn:microsoft.com/office/officeart/2018/2/layout/IconCircleList"/>
    <dgm:cxn modelId="{C3560E91-F5CD-4831-A404-6306E8389B9A}" type="presParOf" srcId="{0272C045-A8DF-4108-840A-ABF13276AFEE}" destId="{20C07C29-B2F6-4F59-93C1-4CF00C152C6B}" srcOrd="4" destOrd="0" presId="urn:microsoft.com/office/officeart/2018/2/layout/IconCircleList"/>
    <dgm:cxn modelId="{9C4A4600-938C-4A3A-A03C-06F9164934A2}" type="presParOf" srcId="{20C07C29-B2F6-4F59-93C1-4CF00C152C6B}" destId="{46259B86-C12A-4F16-983B-5FC11621C57F}" srcOrd="0" destOrd="0" presId="urn:microsoft.com/office/officeart/2018/2/layout/IconCircleList"/>
    <dgm:cxn modelId="{43D8F955-9B14-4B70-834B-72515DB2859E}" type="presParOf" srcId="{20C07C29-B2F6-4F59-93C1-4CF00C152C6B}" destId="{3C19190C-1EB3-4B53-8254-A9C020ED6EC3}" srcOrd="1" destOrd="0" presId="urn:microsoft.com/office/officeart/2018/2/layout/IconCircleList"/>
    <dgm:cxn modelId="{4B6F48B8-62CE-4BAD-AD16-6853016AC169}" type="presParOf" srcId="{20C07C29-B2F6-4F59-93C1-4CF00C152C6B}" destId="{32D538B5-4C84-4006-82B7-B6F735FAA61A}" srcOrd="2" destOrd="0" presId="urn:microsoft.com/office/officeart/2018/2/layout/IconCircleList"/>
    <dgm:cxn modelId="{8DAC1C60-C353-4419-80BC-013505A302CE}" type="presParOf" srcId="{20C07C29-B2F6-4F59-93C1-4CF00C152C6B}" destId="{40FDB15E-3876-4E05-9E48-24186C3E0990}" srcOrd="3" destOrd="0" presId="urn:microsoft.com/office/officeart/2018/2/layout/IconCircleList"/>
    <dgm:cxn modelId="{F78BF610-1F42-4C80-AE77-CC8B9A9D5BF1}" type="presParOf" srcId="{0272C045-A8DF-4108-840A-ABF13276AFEE}" destId="{93A5134F-0745-4E40-B279-606F4A4AFF09}" srcOrd="5" destOrd="0" presId="urn:microsoft.com/office/officeart/2018/2/layout/IconCircleList"/>
    <dgm:cxn modelId="{B296716D-8334-4A2F-A5EA-0F8E263A548C}" type="presParOf" srcId="{0272C045-A8DF-4108-840A-ABF13276AFEE}" destId="{75071E35-C0C0-4F47-8C35-B25CACBB90D2}" srcOrd="6" destOrd="0" presId="urn:microsoft.com/office/officeart/2018/2/layout/IconCircleList"/>
    <dgm:cxn modelId="{2E82B801-6C82-4231-AE8A-D678CD8612A7}" type="presParOf" srcId="{75071E35-C0C0-4F47-8C35-B25CACBB90D2}" destId="{8C7B7382-0ED7-4F70-A847-E7914C360785}" srcOrd="0" destOrd="0" presId="urn:microsoft.com/office/officeart/2018/2/layout/IconCircleList"/>
    <dgm:cxn modelId="{CD28AF11-C64B-4520-979C-095BF5804665}" type="presParOf" srcId="{75071E35-C0C0-4F47-8C35-B25CACBB90D2}" destId="{1C4D9A39-88AD-40C8-8779-88064BED827B}" srcOrd="1" destOrd="0" presId="urn:microsoft.com/office/officeart/2018/2/layout/IconCircleList"/>
    <dgm:cxn modelId="{D1A58434-EA9F-413D-A50F-05CED5087265}" type="presParOf" srcId="{75071E35-C0C0-4F47-8C35-B25CACBB90D2}" destId="{31DAD240-79AD-496B-BA35-A930BC216009}" srcOrd="2" destOrd="0" presId="urn:microsoft.com/office/officeart/2018/2/layout/IconCircleList"/>
    <dgm:cxn modelId="{F96F2B35-EAD1-4415-A532-D6531C87EB8F}" type="presParOf" srcId="{75071E35-C0C0-4F47-8C35-B25CACBB90D2}" destId="{F0E0BED8-F959-4A20-9E51-03D349288470}" srcOrd="3" destOrd="0" presId="urn:microsoft.com/office/officeart/2018/2/layout/IconCircleList"/>
    <dgm:cxn modelId="{2C4D73B7-157B-41D4-9933-01F337B70FBA}" type="presParOf" srcId="{0272C045-A8DF-4108-840A-ABF13276AFEE}" destId="{247F91DD-AB49-4B82-ADDA-86F8F6E01C6E}" srcOrd="7" destOrd="0" presId="urn:microsoft.com/office/officeart/2018/2/layout/IconCircleList"/>
    <dgm:cxn modelId="{321B1BB7-A182-4212-B7C1-C0A8317C2C74}" type="presParOf" srcId="{0272C045-A8DF-4108-840A-ABF13276AFEE}" destId="{D296FE00-550F-4351-938A-025965EB3CC2}" srcOrd="8" destOrd="0" presId="urn:microsoft.com/office/officeart/2018/2/layout/IconCircleList"/>
    <dgm:cxn modelId="{FF30D6FB-D39D-4F91-8D72-2D40E1AFEAC5}" type="presParOf" srcId="{D296FE00-550F-4351-938A-025965EB3CC2}" destId="{9EC2F68C-70AD-4AE0-B7BA-EDEAFE42A128}" srcOrd="0" destOrd="0" presId="urn:microsoft.com/office/officeart/2018/2/layout/IconCircleList"/>
    <dgm:cxn modelId="{33BAFA0B-E409-429F-B690-11573AB8992F}" type="presParOf" srcId="{D296FE00-550F-4351-938A-025965EB3CC2}" destId="{989A3BF7-7EB8-42D6-A147-B34B049A0EC8}" srcOrd="1" destOrd="0" presId="urn:microsoft.com/office/officeart/2018/2/layout/IconCircleList"/>
    <dgm:cxn modelId="{145E12E2-C3CF-4C03-A6D9-B81D3079F332}" type="presParOf" srcId="{D296FE00-550F-4351-938A-025965EB3CC2}" destId="{A0D31659-19C9-40A4-A310-532CF5AC36E5}" srcOrd="2" destOrd="0" presId="urn:microsoft.com/office/officeart/2018/2/layout/IconCircleList"/>
    <dgm:cxn modelId="{273968D7-B757-48F2-A518-2A890A1AE6C9}" type="presParOf" srcId="{D296FE00-550F-4351-938A-025965EB3CC2}" destId="{FCBCF98B-6DA7-4DBD-8D08-E1015FED55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04091C-D504-41EC-8DAA-B68462439C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ABEB430-8D48-4D42-AE18-FF39453E9AC8}">
      <dgm:prSet/>
      <dgm:spPr/>
      <dgm:t>
        <a:bodyPr/>
        <a:lstStyle/>
        <a:p>
          <a:r>
            <a:rPr lang="en-US"/>
            <a:t>- Offer onboarding and training for new on-call engineers</a:t>
          </a:r>
        </a:p>
      </dgm:t>
    </dgm:pt>
    <dgm:pt modelId="{AFEC33BE-24D4-4532-8F2E-C1981B263239}" type="parTrans" cxnId="{E87EA1C7-FC0C-4FBB-8C18-67D58DD966D5}">
      <dgm:prSet/>
      <dgm:spPr/>
      <dgm:t>
        <a:bodyPr/>
        <a:lstStyle/>
        <a:p>
          <a:endParaRPr lang="en-US"/>
        </a:p>
      </dgm:t>
    </dgm:pt>
    <dgm:pt modelId="{3812DE5B-CFC5-4F30-A2EC-55C40C37C7A2}" type="sibTrans" cxnId="{E87EA1C7-FC0C-4FBB-8C18-67D58DD966D5}">
      <dgm:prSet/>
      <dgm:spPr/>
      <dgm:t>
        <a:bodyPr/>
        <a:lstStyle/>
        <a:p>
          <a:endParaRPr lang="en-US"/>
        </a:p>
      </dgm:t>
    </dgm:pt>
    <dgm:pt modelId="{14A75C87-9951-462E-A5E0-E7C643770A84}">
      <dgm:prSet/>
      <dgm:spPr/>
      <dgm:t>
        <a:bodyPr/>
        <a:lstStyle/>
        <a:p>
          <a:r>
            <a:rPr lang="en-US"/>
            <a:t>- Maintain clear runbooks and troubleshooting guides</a:t>
          </a:r>
        </a:p>
      </dgm:t>
    </dgm:pt>
    <dgm:pt modelId="{AA2D1455-ED0E-44B4-AAF1-F6E973858E5B}" type="parTrans" cxnId="{8D2BEC4A-A535-4091-ADD7-9975F8789C7C}">
      <dgm:prSet/>
      <dgm:spPr/>
      <dgm:t>
        <a:bodyPr/>
        <a:lstStyle/>
        <a:p>
          <a:endParaRPr lang="en-US"/>
        </a:p>
      </dgm:t>
    </dgm:pt>
    <dgm:pt modelId="{5E032D07-73EB-41E4-BEB4-0F630D7DE357}" type="sibTrans" cxnId="{8D2BEC4A-A535-4091-ADD7-9975F8789C7C}">
      <dgm:prSet/>
      <dgm:spPr/>
      <dgm:t>
        <a:bodyPr/>
        <a:lstStyle/>
        <a:p>
          <a:endParaRPr lang="en-US"/>
        </a:p>
      </dgm:t>
    </dgm:pt>
    <dgm:pt modelId="{D3AF1161-ADCC-478F-825D-3D25F7181D02}">
      <dgm:prSet/>
      <dgm:spPr/>
      <dgm:t>
        <a:bodyPr/>
        <a:lstStyle/>
        <a:p>
          <a:r>
            <a:rPr lang="en-US"/>
            <a:t>- Rotate new engineers with experienced mentors</a:t>
          </a:r>
        </a:p>
      </dgm:t>
    </dgm:pt>
    <dgm:pt modelId="{E80661F2-794E-4052-A3D3-5A3DE93E1171}" type="parTrans" cxnId="{7B097D1B-BF3F-435E-BE84-EEFF4E0925CE}">
      <dgm:prSet/>
      <dgm:spPr/>
      <dgm:t>
        <a:bodyPr/>
        <a:lstStyle/>
        <a:p>
          <a:endParaRPr lang="en-US"/>
        </a:p>
      </dgm:t>
    </dgm:pt>
    <dgm:pt modelId="{F5736C7A-7DA2-41FB-B7BC-64541E21E59C}" type="sibTrans" cxnId="{7B097D1B-BF3F-435E-BE84-EEFF4E0925CE}">
      <dgm:prSet/>
      <dgm:spPr/>
      <dgm:t>
        <a:bodyPr/>
        <a:lstStyle/>
        <a:p>
          <a:endParaRPr lang="en-US"/>
        </a:p>
      </dgm:t>
    </dgm:pt>
    <dgm:pt modelId="{E1498BCA-1A56-4329-B7D2-55B8E6D5BB82}">
      <dgm:prSet/>
      <dgm:spPr/>
      <dgm:t>
        <a:bodyPr/>
        <a:lstStyle/>
        <a:p>
          <a:r>
            <a:rPr lang="en-US"/>
            <a:t>- Review incidents in blameless retrospectives</a:t>
          </a:r>
        </a:p>
      </dgm:t>
    </dgm:pt>
    <dgm:pt modelId="{9EDD3619-939C-4249-A5C0-33C8CE8F301C}" type="parTrans" cxnId="{80267B18-A4FE-4557-BA4A-C4A3A9CB876B}">
      <dgm:prSet/>
      <dgm:spPr/>
      <dgm:t>
        <a:bodyPr/>
        <a:lstStyle/>
        <a:p>
          <a:endParaRPr lang="en-US"/>
        </a:p>
      </dgm:t>
    </dgm:pt>
    <dgm:pt modelId="{25FDD05A-B4EF-4E8A-BEC5-8A61F3D9F86D}" type="sibTrans" cxnId="{80267B18-A4FE-4557-BA4A-C4A3A9CB876B}">
      <dgm:prSet/>
      <dgm:spPr/>
      <dgm:t>
        <a:bodyPr/>
        <a:lstStyle/>
        <a:p>
          <a:endParaRPr lang="en-US"/>
        </a:p>
      </dgm:t>
    </dgm:pt>
    <dgm:pt modelId="{FAFAE8D9-521C-474B-8B82-59109EE7AB71}">
      <dgm:prSet/>
      <dgm:spPr/>
      <dgm:t>
        <a:bodyPr/>
        <a:lstStyle/>
        <a:p>
          <a:r>
            <a:rPr lang="en-US"/>
            <a:t>- Foster a culture of continuous learning and improvement</a:t>
          </a:r>
        </a:p>
      </dgm:t>
    </dgm:pt>
    <dgm:pt modelId="{7CD1F241-02CD-4468-BD1C-F4669617AC29}" type="parTrans" cxnId="{208F423C-B216-4FB6-8188-FB0D32B8515F}">
      <dgm:prSet/>
      <dgm:spPr/>
      <dgm:t>
        <a:bodyPr/>
        <a:lstStyle/>
        <a:p>
          <a:endParaRPr lang="en-US"/>
        </a:p>
      </dgm:t>
    </dgm:pt>
    <dgm:pt modelId="{3D962EFF-810E-4684-9F21-BD84FEA358DA}" type="sibTrans" cxnId="{208F423C-B216-4FB6-8188-FB0D32B8515F}">
      <dgm:prSet/>
      <dgm:spPr/>
      <dgm:t>
        <a:bodyPr/>
        <a:lstStyle/>
        <a:p>
          <a:endParaRPr lang="en-US"/>
        </a:p>
      </dgm:t>
    </dgm:pt>
    <dgm:pt modelId="{F4964AE4-566E-4E8D-9359-39C7CBDC11E7}" type="pres">
      <dgm:prSet presAssocID="{1E04091C-D504-41EC-8DAA-B68462439C9A}" presName="root" presStyleCnt="0">
        <dgm:presLayoutVars>
          <dgm:dir/>
          <dgm:resizeHandles val="exact"/>
        </dgm:presLayoutVars>
      </dgm:prSet>
      <dgm:spPr/>
    </dgm:pt>
    <dgm:pt modelId="{2638314C-5D4F-4288-99BC-308E9219D5C4}" type="pres">
      <dgm:prSet presAssocID="{CABEB430-8D48-4D42-AE18-FF39453E9AC8}" presName="compNode" presStyleCnt="0"/>
      <dgm:spPr/>
    </dgm:pt>
    <dgm:pt modelId="{3DF24521-BC20-4BE9-B24E-8D32419C6446}" type="pres">
      <dgm:prSet presAssocID="{CABEB430-8D48-4D42-AE18-FF39453E9AC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EE345F30-52DC-4D89-918B-E1D125D05FF9}" type="pres">
      <dgm:prSet presAssocID="{CABEB430-8D48-4D42-AE18-FF39453E9AC8}" presName="spaceRect" presStyleCnt="0"/>
      <dgm:spPr/>
    </dgm:pt>
    <dgm:pt modelId="{98D10EC6-142C-4960-875B-4ED408946F77}" type="pres">
      <dgm:prSet presAssocID="{CABEB430-8D48-4D42-AE18-FF39453E9AC8}" presName="textRect" presStyleLbl="revTx" presStyleIdx="0" presStyleCnt="5">
        <dgm:presLayoutVars>
          <dgm:chMax val="1"/>
          <dgm:chPref val="1"/>
        </dgm:presLayoutVars>
      </dgm:prSet>
      <dgm:spPr/>
    </dgm:pt>
    <dgm:pt modelId="{5DA0FB41-634B-4112-856B-D49F73A5C52D}" type="pres">
      <dgm:prSet presAssocID="{3812DE5B-CFC5-4F30-A2EC-55C40C37C7A2}" presName="sibTrans" presStyleCnt="0"/>
      <dgm:spPr/>
    </dgm:pt>
    <dgm:pt modelId="{06FE55D9-EAEF-4006-8347-EB22BCF9A56A}" type="pres">
      <dgm:prSet presAssocID="{14A75C87-9951-462E-A5E0-E7C643770A84}" presName="compNode" presStyleCnt="0"/>
      <dgm:spPr/>
    </dgm:pt>
    <dgm:pt modelId="{0E0821B2-DDA9-4195-897C-08FC6468F852}" type="pres">
      <dgm:prSet presAssocID="{14A75C87-9951-462E-A5E0-E7C643770A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BD98748-FE6B-4A06-ABC4-D3A99F179DDC}" type="pres">
      <dgm:prSet presAssocID="{14A75C87-9951-462E-A5E0-E7C643770A84}" presName="spaceRect" presStyleCnt="0"/>
      <dgm:spPr/>
    </dgm:pt>
    <dgm:pt modelId="{8F025C83-3C44-4A0F-8C15-8950CA563101}" type="pres">
      <dgm:prSet presAssocID="{14A75C87-9951-462E-A5E0-E7C643770A84}" presName="textRect" presStyleLbl="revTx" presStyleIdx="1" presStyleCnt="5">
        <dgm:presLayoutVars>
          <dgm:chMax val="1"/>
          <dgm:chPref val="1"/>
        </dgm:presLayoutVars>
      </dgm:prSet>
      <dgm:spPr/>
    </dgm:pt>
    <dgm:pt modelId="{0B0EDB46-B87A-4916-AD20-2FA00021FE56}" type="pres">
      <dgm:prSet presAssocID="{5E032D07-73EB-41E4-BEB4-0F630D7DE357}" presName="sibTrans" presStyleCnt="0"/>
      <dgm:spPr/>
    </dgm:pt>
    <dgm:pt modelId="{CEDA6E15-C3B6-43A8-BF27-2A426F815701}" type="pres">
      <dgm:prSet presAssocID="{D3AF1161-ADCC-478F-825D-3D25F7181D02}" presName="compNode" presStyleCnt="0"/>
      <dgm:spPr/>
    </dgm:pt>
    <dgm:pt modelId="{FD2B1ED0-AE96-4DAE-BCA8-CD2C461D2073}" type="pres">
      <dgm:prSet presAssocID="{D3AF1161-ADCC-478F-825D-3D25F7181D0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B713305-2EED-4708-B535-286358B0665F}" type="pres">
      <dgm:prSet presAssocID="{D3AF1161-ADCC-478F-825D-3D25F7181D02}" presName="spaceRect" presStyleCnt="0"/>
      <dgm:spPr/>
    </dgm:pt>
    <dgm:pt modelId="{650A2424-0A29-47CF-BAB4-05D444E479ED}" type="pres">
      <dgm:prSet presAssocID="{D3AF1161-ADCC-478F-825D-3D25F7181D02}" presName="textRect" presStyleLbl="revTx" presStyleIdx="2" presStyleCnt="5">
        <dgm:presLayoutVars>
          <dgm:chMax val="1"/>
          <dgm:chPref val="1"/>
        </dgm:presLayoutVars>
      </dgm:prSet>
      <dgm:spPr/>
    </dgm:pt>
    <dgm:pt modelId="{F4EFD042-D70C-418A-B238-4B126A8B7794}" type="pres">
      <dgm:prSet presAssocID="{F5736C7A-7DA2-41FB-B7BC-64541E21E59C}" presName="sibTrans" presStyleCnt="0"/>
      <dgm:spPr/>
    </dgm:pt>
    <dgm:pt modelId="{FB940715-E493-4E4F-B1FD-2B62927AE163}" type="pres">
      <dgm:prSet presAssocID="{E1498BCA-1A56-4329-B7D2-55B8E6D5BB82}" presName="compNode" presStyleCnt="0"/>
      <dgm:spPr/>
    </dgm:pt>
    <dgm:pt modelId="{9970BE70-0D97-4D64-8B53-481EC17FA4A5}" type="pres">
      <dgm:prSet presAssocID="{E1498BCA-1A56-4329-B7D2-55B8E6D5BB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64A82E1-252D-4DEE-AB35-910CCB7240B0}" type="pres">
      <dgm:prSet presAssocID="{E1498BCA-1A56-4329-B7D2-55B8E6D5BB82}" presName="spaceRect" presStyleCnt="0"/>
      <dgm:spPr/>
    </dgm:pt>
    <dgm:pt modelId="{1192D379-958B-4575-A3C5-9F04E9673CB9}" type="pres">
      <dgm:prSet presAssocID="{E1498BCA-1A56-4329-B7D2-55B8E6D5BB82}" presName="textRect" presStyleLbl="revTx" presStyleIdx="3" presStyleCnt="5">
        <dgm:presLayoutVars>
          <dgm:chMax val="1"/>
          <dgm:chPref val="1"/>
        </dgm:presLayoutVars>
      </dgm:prSet>
      <dgm:spPr/>
    </dgm:pt>
    <dgm:pt modelId="{AF2F0243-5D20-45A3-BC60-37967FBE0E49}" type="pres">
      <dgm:prSet presAssocID="{25FDD05A-B4EF-4E8A-BEC5-8A61F3D9F86D}" presName="sibTrans" presStyleCnt="0"/>
      <dgm:spPr/>
    </dgm:pt>
    <dgm:pt modelId="{3FD9CA3C-9626-47B1-9316-060C9B83FB63}" type="pres">
      <dgm:prSet presAssocID="{FAFAE8D9-521C-474B-8B82-59109EE7AB71}" presName="compNode" presStyleCnt="0"/>
      <dgm:spPr/>
    </dgm:pt>
    <dgm:pt modelId="{33945448-CBC8-4663-8DE7-EA5B8635B5E2}" type="pres">
      <dgm:prSet presAssocID="{FAFAE8D9-521C-474B-8B82-59109EE7AB7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27EB534-08CC-4E61-B24F-E22EA6D6EE35}" type="pres">
      <dgm:prSet presAssocID="{FAFAE8D9-521C-474B-8B82-59109EE7AB71}" presName="spaceRect" presStyleCnt="0"/>
      <dgm:spPr/>
    </dgm:pt>
    <dgm:pt modelId="{84771DDF-CB90-42D3-BD4D-55E343D91734}" type="pres">
      <dgm:prSet presAssocID="{FAFAE8D9-521C-474B-8B82-59109EE7AB7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D8AC312-AB98-479B-BBBE-DBF6689A60D2}" type="presOf" srcId="{14A75C87-9951-462E-A5E0-E7C643770A84}" destId="{8F025C83-3C44-4A0F-8C15-8950CA563101}" srcOrd="0" destOrd="0" presId="urn:microsoft.com/office/officeart/2018/2/layout/IconLabelList"/>
    <dgm:cxn modelId="{80267B18-A4FE-4557-BA4A-C4A3A9CB876B}" srcId="{1E04091C-D504-41EC-8DAA-B68462439C9A}" destId="{E1498BCA-1A56-4329-B7D2-55B8E6D5BB82}" srcOrd="3" destOrd="0" parTransId="{9EDD3619-939C-4249-A5C0-33C8CE8F301C}" sibTransId="{25FDD05A-B4EF-4E8A-BEC5-8A61F3D9F86D}"/>
    <dgm:cxn modelId="{7B097D1B-BF3F-435E-BE84-EEFF4E0925CE}" srcId="{1E04091C-D504-41EC-8DAA-B68462439C9A}" destId="{D3AF1161-ADCC-478F-825D-3D25F7181D02}" srcOrd="2" destOrd="0" parTransId="{E80661F2-794E-4052-A3D3-5A3DE93E1171}" sibTransId="{F5736C7A-7DA2-41FB-B7BC-64541E21E59C}"/>
    <dgm:cxn modelId="{208F423C-B216-4FB6-8188-FB0D32B8515F}" srcId="{1E04091C-D504-41EC-8DAA-B68462439C9A}" destId="{FAFAE8D9-521C-474B-8B82-59109EE7AB71}" srcOrd="4" destOrd="0" parTransId="{7CD1F241-02CD-4468-BD1C-F4669617AC29}" sibTransId="{3D962EFF-810E-4684-9F21-BD84FEA358DA}"/>
    <dgm:cxn modelId="{C6D0BD5C-7CF6-4483-A65D-30B8D18229ED}" type="presOf" srcId="{D3AF1161-ADCC-478F-825D-3D25F7181D02}" destId="{650A2424-0A29-47CF-BAB4-05D444E479ED}" srcOrd="0" destOrd="0" presId="urn:microsoft.com/office/officeart/2018/2/layout/IconLabelList"/>
    <dgm:cxn modelId="{8D2BEC4A-A535-4091-ADD7-9975F8789C7C}" srcId="{1E04091C-D504-41EC-8DAA-B68462439C9A}" destId="{14A75C87-9951-462E-A5E0-E7C643770A84}" srcOrd="1" destOrd="0" parTransId="{AA2D1455-ED0E-44B4-AAF1-F6E973858E5B}" sibTransId="{5E032D07-73EB-41E4-BEB4-0F630D7DE357}"/>
    <dgm:cxn modelId="{69571354-61D7-4770-8C1D-EF9DF9693A09}" type="presOf" srcId="{FAFAE8D9-521C-474B-8B82-59109EE7AB71}" destId="{84771DDF-CB90-42D3-BD4D-55E343D91734}" srcOrd="0" destOrd="0" presId="urn:microsoft.com/office/officeart/2018/2/layout/IconLabelList"/>
    <dgm:cxn modelId="{7D08F1BB-60DB-4758-AE77-16D9BD385BE2}" type="presOf" srcId="{CABEB430-8D48-4D42-AE18-FF39453E9AC8}" destId="{98D10EC6-142C-4960-875B-4ED408946F77}" srcOrd="0" destOrd="0" presId="urn:microsoft.com/office/officeart/2018/2/layout/IconLabelList"/>
    <dgm:cxn modelId="{E87EA1C7-FC0C-4FBB-8C18-67D58DD966D5}" srcId="{1E04091C-D504-41EC-8DAA-B68462439C9A}" destId="{CABEB430-8D48-4D42-AE18-FF39453E9AC8}" srcOrd="0" destOrd="0" parTransId="{AFEC33BE-24D4-4532-8F2E-C1981B263239}" sibTransId="{3812DE5B-CFC5-4F30-A2EC-55C40C37C7A2}"/>
    <dgm:cxn modelId="{28E4BBD7-31D9-4A7B-80AE-2CEE51C05421}" type="presOf" srcId="{E1498BCA-1A56-4329-B7D2-55B8E6D5BB82}" destId="{1192D379-958B-4575-A3C5-9F04E9673CB9}" srcOrd="0" destOrd="0" presId="urn:microsoft.com/office/officeart/2018/2/layout/IconLabelList"/>
    <dgm:cxn modelId="{18A6F6E0-4CF7-4391-93F4-C1DBF7361DBA}" type="presOf" srcId="{1E04091C-D504-41EC-8DAA-B68462439C9A}" destId="{F4964AE4-566E-4E8D-9359-39C7CBDC11E7}" srcOrd="0" destOrd="0" presId="urn:microsoft.com/office/officeart/2018/2/layout/IconLabelList"/>
    <dgm:cxn modelId="{23394BEE-18C0-40D3-BCA2-5BDA6F6B5387}" type="presParOf" srcId="{F4964AE4-566E-4E8D-9359-39C7CBDC11E7}" destId="{2638314C-5D4F-4288-99BC-308E9219D5C4}" srcOrd="0" destOrd="0" presId="urn:microsoft.com/office/officeart/2018/2/layout/IconLabelList"/>
    <dgm:cxn modelId="{4693EC8B-E89D-4CA4-BBFB-7A980C838A2C}" type="presParOf" srcId="{2638314C-5D4F-4288-99BC-308E9219D5C4}" destId="{3DF24521-BC20-4BE9-B24E-8D32419C6446}" srcOrd="0" destOrd="0" presId="urn:microsoft.com/office/officeart/2018/2/layout/IconLabelList"/>
    <dgm:cxn modelId="{1AAA60B8-0DE5-4323-A48A-58CBFF070D41}" type="presParOf" srcId="{2638314C-5D4F-4288-99BC-308E9219D5C4}" destId="{EE345F30-52DC-4D89-918B-E1D125D05FF9}" srcOrd="1" destOrd="0" presId="urn:microsoft.com/office/officeart/2018/2/layout/IconLabelList"/>
    <dgm:cxn modelId="{8CC0C580-A139-4CD3-BEDC-C849154589FF}" type="presParOf" srcId="{2638314C-5D4F-4288-99BC-308E9219D5C4}" destId="{98D10EC6-142C-4960-875B-4ED408946F77}" srcOrd="2" destOrd="0" presId="urn:microsoft.com/office/officeart/2018/2/layout/IconLabelList"/>
    <dgm:cxn modelId="{F7B76FBA-293F-41CB-A694-CBAC08047E64}" type="presParOf" srcId="{F4964AE4-566E-4E8D-9359-39C7CBDC11E7}" destId="{5DA0FB41-634B-4112-856B-D49F73A5C52D}" srcOrd="1" destOrd="0" presId="urn:microsoft.com/office/officeart/2018/2/layout/IconLabelList"/>
    <dgm:cxn modelId="{E428FE86-4E57-478B-8878-78FC2CE33CD6}" type="presParOf" srcId="{F4964AE4-566E-4E8D-9359-39C7CBDC11E7}" destId="{06FE55D9-EAEF-4006-8347-EB22BCF9A56A}" srcOrd="2" destOrd="0" presId="urn:microsoft.com/office/officeart/2018/2/layout/IconLabelList"/>
    <dgm:cxn modelId="{33A82C7C-9B86-4AF9-A4A3-3AEE9A49F7EC}" type="presParOf" srcId="{06FE55D9-EAEF-4006-8347-EB22BCF9A56A}" destId="{0E0821B2-DDA9-4195-897C-08FC6468F852}" srcOrd="0" destOrd="0" presId="urn:microsoft.com/office/officeart/2018/2/layout/IconLabelList"/>
    <dgm:cxn modelId="{0CA95B43-9ECD-4A0F-84E0-F5C0A6049BFF}" type="presParOf" srcId="{06FE55D9-EAEF-4006-8347-EB22BCF9A56A}" destId="{CBD98748-FE6B-4A06-ABC4-D3A99F179DDC}" srcOrd="1" destOrd="0" presId="urn:microsoft.com/office/officeart/2018/2/layout/IconLabelList"/>
    <dgm:cxn modelId="{8F903921-288E-44C7-A2B6-5D1B4ECF2F85}" type="presParOf" srcId="{06FE55D9-EAEF-4006-8347-EB22BCF9A56A}" destId="{8F025C83-3C44-4A0F-8C15-8950CA563101}" srcOrd="2" destOrd="0" presId="urn:microsoft.com/office/officeart/2018/2/layout/IconLabelList"/>
    <dgm:cxn modelId="{E9682829-477F-4E23-BFA4-954272F2DC57}" type="presParOf" srcId="{F4964AE4-566E-4E8D-9359-39C7CBDC11E7}" destId="{0B0EDB46-B87A-4916-AD20-2FA00021FE56}" srcOrd="3" destOrd="0" presId="urn:microsoft.com/office/officeart/2018/2/layout/IconLabelList"/>
    <dgm:cxn modelId="{9243D8FE-CD68-4A1A-BA2D-A405ECC1A5EA}" type="presParOf" srcId="{F4964AE4-566E-4E8D-9359-39C7CBDC11E7}" destId="{CEDA6E15-C3B6-43A8-BF27-2A426F815701}" srcOrd="4" destOrd="0" presId="urn:microsoft.com/office/officeart/2018/2/layout/IconLabelList"/>
    <dgm:cxn modelId="{BBFE9B6D-B905-47EB-BC34-2DC6D74BD08F}" type="presParOf" srcId="{CEDA6E15-C3B6-43A8-BF27-2A426F815701}" destId="{FD2B1ED0-AE96-4DAE-BCA8-CD2C461D2073}" srcOrd="0" destOrd="0" presId="urn:microsoft.com/office/officeart/2018/2/layout/IconLabelList"/>
    <dgm:cxn modelId="{1DF945D5-95BD-4CEE-AFE3-7F0DB93CD934}" type="presParOf" srcId="{CEDA6E15-C3B6-43A8-BF27-2A426F815701}" destId="{6B713305-2EED-4708-B535-286358B0665F}" srcOrd="1" destOrd="0" presId="urn:microsoft.com/office/officeart/2018/2/layout/IconLabelList"/>
    <dgm:cxn modelId="{3A62C548-A7F2-47EC-81B4-2133297FBC84}" type="presParOf" srcId="{CEDA6E15-C3B6-43A8-BF27-2A426F815701}" destId="{650A2424-0A29-47CF-BAB4-05D444E479ED}" srcOrd="2" destOrd="0" presId="urn:microsoft.com/office/officeart/2018/2/layout/IconLabelList"/>
    <dgm:cxn modelId="{E756CDB8-1161-4375-BF98-CD2780B8B3C7}" type="presParOf" srcId="{F4964AE4-566E-4E8D-9359-39C7CBDC11E7}" destId="{F4EFD042-D70C-418A-B238-4B126A8B7794}" srcOrd="5" destOrd="0" presId="urn:microsoft.com/office/officeart/2018/2/layout/IconLabelList"/>
    <dgm:cxn modelId="{B475EFD6-6402-4325-8285-248DDB58E361}" type="presParOf" srcId="{F4964AE4-566E-4E8D-9359-39C7CBDC11E7}" destId="{FB940715-E493-4E4F-B1FD-2B62927AE163}" srcOrd="6" destOrd="0" presId="urn:microsoft.com/office/officeart/2018/2/layout/IconLabelList"/>
    <dgm:cxn modelId="{34707377-13EF-458B-AA6D-989C544034AD}" type="presParOf" srcId="{FB940715-E493-4E4F-B1FD-2B62927AE163}" destId="{9970BE70-0D97-4D64-8B53-481EC17FA4A5}" srcOrd="0" destOrd="0" presId="urn:microsoft.com/office/officeart/2018/2/layout/IconLabelList"/>
    <dgm:cxn modelId="{AEED34F9-7B7D-4E0C-87F9-5CAD3652B33F}" type="presParOf" srcId="{FB940715-E493-4E4F-B1FD-2B62927AE163}" destId="{164A82E1-252D-4DEE-AB35-910CCB7240B0}" srcOrd="1" destOrd="0" presId="urn:microsoft.com/office/officeart/2018/2/layout/IconLabelList"/>
    <dgm:cxn modelId="{8C6BD84B-99A4-4F43-8D0F-34690F714D02}" type="presParOf" srcId="{FB940715-E493-4E4F-B1FD-2B62927AE163}" destId="{1192D379-958B-4575-A3C5-9F04E9673CB9}" srcOrd="2" destOrd="0" presId="urn:microsoft.com/office/officeart/2018/2/layout/IconLabelList"/>
    <dgm:cxn modelId="{805E4BCD-A970-4182-8C48-05947A91E55D}" type="presParOf" srcId="{F4964AE4-566E-4E8D-9359-39C7CBDC11E7}" destId="{AF2F0243-5D20-45A3-BC60-37967FBE0E49}" srcOrd="7" destOrd="0" presId="urn:microsoft.com/office/officeart/2018/2/layout/IconLabelList"/>
    <dgm:cxn modelId="{364CB4FE-DDD2-4D5B-8E1B-AF5EED9E92AA}" type="presParOf" srcId="{F4964AE4-566E-4E8D-9359-39C7CBDC11E7}" destId="{3FD9CA3C-9626-47B1-9316-060C9B83FB63}" srcOrd="8" destOrd="0" presId="urn:microsoft.com/office/officeart/2018/2/layout/IconLabelList"/>
    <dgm:cxn modelId="{25A21BFF-D3FD-49A9-8513-0AE614046D33}" type="presParOf" srcId="{3FD9CA3C-9626-47B1-9316-060C9B83FB63}" destId="{33945448-CBC8-4663-8DE7-EA5B8635B5E2}" srcOrd="0" destOrd="0" presId="urn:microsoft.com/office/officeart/2018/2/layout/IconLabelList"/>
    <dgm:cxn modelId="{42238F2A-EBA9-4A3D-AA4E-1239DA70F27D}" type="presParOf" srcId="{3FD9CA3C-9626-47B1-9316-060C9B83FB63}" destId="{F27EB534-08CC-4E61-B24F-E22EA6D6EE35}" srcOrd="1" destOrd="0" presId="urn:microsoft.com/office/officeart/2018/2/layout/IconLabelList"/>
    <dgm:cxn modelId="{69DA13BC-721E-4B2B-98CA-F976E78723B1}" type="presParOf" srcId="{3FD9CA3C-9626-47B1-9316-060C9B83FB63}" destId="{84771DDF-CB90-42D3-BD4D-55E343D917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8BA67D-AA33-4231-8337-853C1FCF88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2DF9B3A-221C-40A2-B7D0-9FDC37487136}">
      <dgm:prSet/>
      <dgm:spPr/>
      <dgm:t>
        <a:bodyPr/>
        <a:lstStyle/>
        <a:p>
          <a:r>
            <a:rPr lang="en-US"/>
            <a:t>- Track metrics: Mean Time to Acknowledge (MTTA), Mean Time to Resolve (MTTR)</a:t>
          </a:r>
        </a:p>
      </dgm:t>
    </dgm:pt>
    <dgm:pt modelId="{5EE3CF5D-BF9A-4664-9A47-CD15B18F228F}" type="parTrans" cxnId="{1C9CBF34-9C0F-43F2-A22D-52CD99655731}">
      <dgm:prSet/>
      <dgm:spPr/>
      <dgm:t>
        <a:bodyPr/>
        <a:lstStyle/>
        <a:p>
          <a:endParaRPr lang="en-US"/>
        </a:p>
      </dgm:t>
    </dgm:pt>
    <dgm:pt modelId="{EE613C95-AC38-43EC-90EE-DD67C2A665A8}" type="sibTrans" cxnId="{1C9CBF34-9C0F-43F2-A22D-52CD99655731}">
      <dgm:prSet/>
      <dgm:spPr/>
      <dgm:t>
        <a:bodyPr/>
        <a:lstStyle/>
        <a:p>
          <a:endParaRPr lang="en-US"/>
        </a:p>
      </dgm:t>
    </dgm:pt>
    <dgm:pt modelId="{812AAAA6-A51D-440C-88E3-BBCC8C1EC3F4}">
      <dgm:prSet/>
      <dgm:spPr/>
      <dgm:t>
        <a:bodyPr/>
        <a:lstStyle/>
        <a:p>
          <a:r>
            <a:rPr lang="en-US"/>
            <a:t>- Regularly survey team feedback on on-call experiences</a:t>
          </a:r>
        </a:p>
      </dgm:t>
    </dgm:pt>
    <dgm:pt modelId="{2A6CBE93-DD85-40FE-BBA2-1A770ADBF3BB}" type="parTrans" cxnId="{17FA965E-CECA-42BC-854D-8F7AD6F3BB75}">
      <dgm:prSet/>
      <dgm:spPr/>
      <dgm:t>
        <a:bodyPr/>
        <a:lstStyle/>
        <a:p>
          <a:endParaRPr lang="en-US"/>
        </a:p>
      </dgm:t>
    </dgm:pt>
    <dgm:pt modelId="{EC339F9D-BBF4-4FB1-9499-94322E28FCE3}" type="sibTrans" cxnId="{17FA965E-CECA-42BC-854D-8F7AD6F3BB75}">
      <dgm:prSet/>
      <dgm:spPr/>
      <dgm:t>
        <a:bodyPr/>
        <a:lstStyle/>
        <a:p>
          <a:endParaRPr lang="en-US"/>
        </a:p>
      </dgm:t>
    </dgm:pt>
    <dgm:pt modelId="{D2756CA5-EF64-41E7-9C3E-79B704C940AE}">
      <dgm:prSet/>
      <dgm:spPr/>
      <dgm:t>
        <a:bodyPr/>
        <a:lstStyle/>
        <a:p>
          <a:r>
            <a:rPr lang="en-US"/>
            <a:t>- Fine-tune alert rules to reduce noise</a:t>
          </a:r>
        </a:p>
      </dgm:t>
    </dgm:pt>
    <dgm:pt modelId="{AE834778-9926-4B8D-9C34-51332439709C}" type="parTrans" cxnId="{668F9931-CC65-447D-B506-72F1603443E0}">
      <dgm:prSet/>
      <dgm:spPr/>
      <dgm:t>
        <a:bodyPr/>
        <a:lstStyle/>
        <a:p>
          <a:endParaRPr lang="en-US"/>
        </a:p>
      </dgm:t>
    </dgm:pt>
    <dgm:pt modelId="{21CF65B7-7100-4C56-9F3B-5FF795AA2C2B}" type="sibTrans" cxnId="{668F9931-CC65-447D-B506-72F1603443E0}">
      <dgm:prSet/>
      <dgm:spPr/>
      <dgm:t>
        <a:bodyPr/>
        <a:lstStyle/>
        <a:p>
          <a:endParaRPr lang="en-US"/>
        </a:p>
      </dgm:t>
    </dgm:pt>
    <dgm:pt modelId="{19EEF303-9A0E-4ED3-A520-85BCCB478ECA}">
      <dgm:prSet/>
      <dgm:spPr/>
      <dgm:t>
        <a:bodyPr/>
        <a:lstStyle/>
        <a:p>
          <a:r>
            <a:rPr lang="en-US"/>
            <a:t>- Iterate rotation and escalation strategies quarterly</a:t>
          </a:r>
        </a:p>
      </dgm:t>
    </dgm:pt>
    <dgm:pt modelId="{D5CFB93C-DA0F-4E8E-A6E7-CA38275D45FC}" type="parTrans" cxnId="{6786BE28-B8B4-4DD2-9C83-6901AB5EC9AD}">
      <dgm:prSet/>
      <dgm:spPr/>
      <dgm:t>
        <a:bodyPr/>
        <a:lstStyle/>
        <a:p>
          <a:endParaRPr lang="en-US"/>
        </a:p>
      </dgm:t>
    </dgm:pt>
    <dgm:pt modelId="{DDB1A67F-CBFF-4438-A66A-AE3F6476FE0A}" type="sibTrans" cxnId="{6786BE28-B8B4-4DD2-9C83-6901AB5EC9AD}">
      <dgm:prSet/>
      <dgm:spPr/>
      <dgm:t>
        <a:bodyPr/>
        <a:lstStyle/>
        <a:p>
          <a:endParaRPr lang="en-US"/>
        </a:p>
      </dgm:t>
    </dgm:pt>
    <dgm:pt modelId="{2FD92A2B-439B-49F1-A3C8-C737F4C9EC00}">
      <dgm:prSet/>
      <dgm:spPr/>
      <dgm:t>
        <a:bodyPr/>
        <a:lstStyle/>
        <a:p>
          <a:r>
            <a:rPr lang="en-US"/>
            <a:t>- Reflect improvements in playbooks and tools</a:t>
          </a:r>
        </a:p>
      </dgm:t>
    </dgm:pt>
    <dgm:pt modelId="{0D797482-1C1E-4249-B342-4F24C63D4921}" type="parTrans" cxnId="{42587130-7C9E-4984-A1F6-6135535937F3}">
      <dgm:prSet/>
      <dgm:spPr/>
      <dgm:t>
        <a:bodyPr/>
        <a:lstStyle/>
        <a:p>
          <a:endParaRPr lang="en-US"/>
        </a:p>
      </dgm:t>
    </dgm:pt>
    <dgm:pt modelId="{A0DFB066-D788-4DD3-BB1E-C390653C592E}" type="sibTrans" cxnId="{42587130-7C9E-4984-A1F6-6135535937F3}">
      <dgm:prSet/>
      <dgm:spPr/>
      <dgm:t>
        <a:bodyPr/>
        <a:lstStyle/>
        <a:p>
          <a:endParaRPr lang="en-US"/>
        </a:p>
      </dgm:t>
    </dgm:pt>
    <dgm:pt modelId="{7AC0BC51-A6AE-4DBD-942E-D01F014E9D18}" type="pres">
      <dgm:prSet presAssocID="{5E8BA67D-AA33-4231-8337-853C1FCF8821}" presName="root" presStyleCnt="0">
        <dgm:presLayoutVars>
          <dgm:dir/>
          <dgm:resizeHandles val="exact"/>
        </dgm:presLayoutVars>
      </dgm:prSet>
      <dgm:spPr/>
    </dgm:pt>
    <dgm:pt modelId="{FA26FF05-8EED-422E-9E5B-C4914D58E111}" type="pres">
      <dgm:prSet presAssocID="{62DF9B3A-221C-40A2-B7D0-9FDC37487136}" presName="compNode" presStyleCnt="0"/>
      <dgm:spPr/>
    </dgm:pt>
    <dgm:pt modelId="{177FB7A4-4D1F-4804-ABBD-BD5B0B9B661A}" type="pres">
      <dgm:prSet presAssocID="{62DF9B3A-221C-40A2-B7D0-9FDC3748713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ve"/>
        </a:ext>
      </dgm:extLst>
    </dgm:pt>
    <dgm:pt modelId="{91451BE3-B935-46EA-8EB2-624DE557BB7F}" type="pres">
      <dgm:prSet presAssocID="{62DF9B3A-221C-40A2-B7D0-9FDC37487136}" presName="spaceRect" presStyleCnt="0"/>
      <dgm:spPr/>
    </dgm:pt>
    <dgm:pt modelId="{D0CC987F-43B0-409D-9AAD-A678819670A3}" type="pres">
      <dgm:prSet presAssocID="{62DF9B3A-221C-40A2-B7D0-9FDC37487136}" presName="textRect" presStyleLbl="revTx" presStyleIdx="0" presStyleCnt="5">
        <dgm:presLayoutVars>
          <dgm:chMax val="1"/>
          <dgm:chPref val="1"/>
        </dgm:presLayoutVars>
      </dgm:prSet>
      <dgm:spPr/>
    </dgm:pt>
    <dgm:pt modelId="{649404D4-AE86-42B7-BA71-70F63536A7E8}" type="pres">
      <dgm:prSet presAssocID="{EE613C95-AC38-43EC-90EE-DD67C2A665A8}" presName="sibTrans" presStyleCnt="0"/>
      <dgm:spPr/>
    </dgm:pt>
    <dgm:pt modelId="{5B7DDDFB-48CF-4584-B870-C1B999072FE8}" type="pres">
      <dgm:prSet presAssocID="{812AAAA6-A51D-440C-88E3-BBCC8C1EC3F4}" presName="compNode" presStyleCnt="0"/>
      <dgm:spPr/>
    </dgm:pt>
    <dgm:pt modelId="{8D21C6FC-EB2C-4279-9EB1-8276A12EBF53}" type="pres">
      <dgm:prSet presAssocID="{812AAAA6-A51D-440C-88E3-BBCC8C1EC3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BBB28CB-F506-4016-84FB-964D56CFBE34}" type="pres">
      <dgm:prSet presAssocID="{812AAAA6-A51D-440C-88E3-BBCC8C1EC3F4}" presName="spaceRect" presStyleCnt="0"/>
      <dgm:spPr/>
    </dgm:pt>
    <dgm:pt modelId="{7DE760E6-83B6-4912-8BB1-5FBB4EFE60D0}" type="pres">
      <dgm:prSet presAssocID="{812AAAA6-A51D-440C-88E3-BBCC8C1EC3F4}" presName="textRect" presStyleLbl="revTx" presStyleIdx="1" presStyleCnt="5">
        <dgm:presLayoutVars>
          <dgm:chMax val="1"/>
          <dgm:chPref val="1"/>
        </dgm:presLayoutVars>
      </dgm:prSet>
      <dgm:spPr/>
    </dgm:pt>
    <dgm:pt modelId="{400C475A-04AA-4A97-B9CA-F39F4EA652B2}" type="pres">
      <dgm:prSet presAssocID="{EC339F9D-BBF4-4FB1-9499-94322E28FCE3}" presName="sibTrans" presStyleCnt="0"/>
      <dgm:spPr/>
    </dgm:pt>
    <dgm:pt modelId="{D781F6AA-AC36-4520-940B-694D989EB887}" type="pres">
      <dgm:prSet presAssocID="{D2756CA5-EF64-41E7-9C3E-79B704C940AE}" presName="compNode" presStyleCnt="0"/>
      <dgm:spPr/>
    </dgm:pt>
    <dgm:pt modelId="{C2B0A733-9BA2-43E1-9ABB-865CFC668BE9}" type="pres">
      <dgm:prSet presAssocID="{D2756CA5-EF64-41E7-9C3E-79B704C940A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9662F0EC-5B51-412A-8971-1AC4A19B0236}" type="pres">
      <dgm:prSet presAssocID="{D2756CA5-EF64-41E7-9C3E-79B704C940AE}" presName="spaceRect" presStyleCnt="0"/>
      <dgm:spPr/>
    </dgm:pt>
    <dgm:pt modelId="{216D8FFA-B06E-4430-95E9-DEA9AC7D3563}" type="pres">
      <dgm:prSet presAssocID="{D2756CA5-EF64-41E7-9C3E-79B704C940AE}" presName="textRect" presStyleLbl="revTx" presStyleIdx="2" presStyleCnt="5">
        <dgm:presLayoutVars>
          <dgm:chMax val="1"/>
          <dgm:chPref val="1"/>
        </dgm:presLayoutVars>
      </dgm:prSet>
      <dgm:spPr/>
    </dgm:pt>
    <dgm:pt modelId="{8EAA9973-1B5A-47E7-A532-E169E74E8BC2}" type="pres">
      <dgm:prSet presAssocID="{21CF65B7-7100-4C56-9F3B-5FF795AA2C2B}" presName="sibTrans" presStyleCnt="0"/>
      <dgm:spPr/>
    </dgm:pt>
    <dgm:pt modelId="{4ADF79CB-818D-4724-B803-FD06F46B4DC4}" type="pres">
      <dgm:prSet presAssocID="{19EEF303-9A0E-4ED3-A520-85BCCB478ECA}" presName="compNode" presStyleCnt="0"/>
      <dgm:spPr/>
    </dgm:pt>
    <dgm:pt modelId="{D1439B60-A66C-4CD3-AC37-1874A0416332}" type="pres">
      <dgm:prSet presAssocID="{19EEF303-9A0E-4ED3-A520-85BCCB478EC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23D486DD-A141-4F0E-88E9-52A1786A4CC1}" type="pres">
      <dgm:prSet presAssocID="{19EEF303-9A0E-4ED3-A520-85BCCB478ECA}" presName="spaceRect" presStyleCnt="0"/>
      <dgm:spPr/>
    </dgm:pt>
    <dgm:pt modelId="{D0FB20BF-5B2C-44A3-8DCD-22D87A4CC3B7}" type="pres">
      <dgm:prSet presAssocID="{19EEF303-9A0E-4ED3-A520-85BCCB478ECA}" presName="textRect" presStyleLbl="revTx" presStyleIdx="3" presStyleCnt="5">
        <dgm:presLayoutVars>
          <dgm:chMax val="1"/>
          <dgm:chPref val="1"/>
        </dgm:presLayoutVars>
      </dgm:prSet>
      <dgm:spPr/>
    </dgm:pt>
    <dgm:pt modelId="{EC926D4E-6DBB-49D3-8121-314162D02041}" type="pres">
      <dgm:prSet presAssocID="{DDB1A67F-CBFF-4438-A66A-AE3F6476FE0A}" presName="sibTrans" presStyleCnt="0"/>
      <dgm:spPr/>
    </dgm:pt>
    <dgm:pt modelId="{316DEE5C-157C-4207-99B7-484893E082AC}" type="pres">
      <dgm:prSet presAssocID="{2FD92A2B-439B-49F1-A3C8-C737F4C9EC00}" presName="compNode" presStyleCnt="0"/>
      <dgm:spPr/>
    </dgm:pt>
    <dgm:pt modelId="{0B9AE074-10A7-43C9-B51C-FA96F48DA4D7}" type="pres">
      <dgm:prSet presAssocID="{2FD92A2B-439B-49F1-A3C8-C737F4C9EC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79A9392B-56DE-4664-BB9B-F98E80518425}" type="pres">
      <dgm:prSet presAssocID="{2FD92A2B-439B-49F1-A3C8-C737F4C9EC00}" presName="spaceRect" presStyleCnt="0"/>
      <dgm:spPr/>
    </dgm:pt>
    <dgm:pt modelId="{7FDC4428-FDED-4F05-8748-4D09A772F828}" type="pres">
      <dgm:prSet presAssocID="{2FD92A2B-439B-49F1-A3C8-C737F4C9EC0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CAFF605-2C5B-486F-BA03-576A4A26CC74}" type="presOf" srcId="{D2756CA5-EF64-41E7-9C3E-79B704C940AE}" destId="{216D8FFA-B06E-4430-95E9-DEA9AC7D3563}" srcOrd="0" destOrd="0" presId="urn:microsoft.com/office/officeart/2018/2/layout/IconLabelList"/>
    <dgm:cxn modelId="{399F2C25-FFDF-43DA-95B6-15CCA8598555}" type="presOf" srcId="{19EEF303-9A0E-4ED3-A520-85BCCB478ECA}" destId="{D0FB20BF-5B2C-44A3-8DCD-22D87A4CC3B7}" srcOrd="0" destOrd="0" presId="urn:microsoft.com/office/officeart/2018/2/layout/IconLabelList"/>
    <dgm:cxn modelId="{D044A427-951A-4B6B-92A8-DE88AD30F5FE}" type="presOf" srcId="{5E8BA67D-AA33-4231-8337-853C1FCF8821}" destId="{7AC0BC51-A6AE-4DBD-942E-D01F014E9D18}" srcOrd="0" destOrd="0" presId="urn:microsoft.com/office/officeart/2018/2/layout/IconLabelList"/>
    <dgm:cxn modelId="{6786BE28-B8B4-4DD2-9C83-6901AB5EC9AD}" srcId="{5E8BA67D-AA33-4231-8337-853C1FCF8821}" destId="{19EEF303-9A0E-4ED3-A520-85BCCB478ECA}" srcOrd="3" destOrd="0" parTransId="{D5CFB93C-DA0F-4E8E-A6E7-CA38275D45FC}" sibTransId="{DDB1A67F-CBFF-4438-A66A-AE3F6476FE0A}"/>
    <dgm:cxn modelId="{42587130-7C9E-4984-A1F6-6135535937F3}" srcId="{5E8BA67D-AA33-4231-8337-853C1FCF8821}" destId="{2FD92A2B-439B-49F1-A3C8-C737F4C9EC00}" srcOrd="4" destOrd="0" parTransId="{0D797482-1C1E-4249-B342-4F24C63D4921}" sibTransId="{A0DFB066-D788-4DD3-BB1E-C390653C592E}"/>
    <dgm:cxn modelId="{668F9931-CC65-447D-B506-72F1603443E0}" srcId="{5E8BA67D-AA33-4231-8337-853C1FCF8821}" destId="{D2756CA5-EF64-41E7-9C3E-79B704C940AE}" srcOrd="2" destOrd="0" parTransId="{AE834778-9926-4B8D-9C34-51332439709C}" sibTransId="{21CF65B7-7100-4C56-9F3B-5FF795AA2C2B}"/>
    <dgm:cxn modelId="{1C9CBF34-9C0F-43F2-A22D-52CD99655731}" srcId="{5E8BA67D-AA33-4231-8337-853C1FCF8821}" destId="{62DF9B3A-221C-40A2-B7D0-9FDC37487136}" srcOrd="0" destOrd="0" parTransId="{5EE3CF5D-BF9A-4664-9A47-CD15B18F228F}" sibTransId="{EE613C95-AC38-43EC-90EE-DD67C2A665A8}"/>
    <dgm:cxn modelId="{17FA965E-CECA-42BC-854D-8F7AD6F3BB75}" srcId="{5E8BA67D-AA33-4231-8337-853C1FCF8821}" destId="{812AAAA6-A51D-440C-88E3-BBCC8C1EC3F4}" srcOrd="1" destOrd="0" parTransId="{2A6CBE93-DD85-40FE-BBA2-1A770ADBF3BB}" sibTransId="{EC339F9D-BBF4-4FB1-9499-94322E28FCE3}"/>
    <dgm:cxn modelId="{2965DD79-5D99-4EBD-9F7B-D99E45815FCA}" type="presOf" srcId="{2FD92A2B-439B-49F1-A3C8-C737F4C9EC00}" destId="{7FDC4428-FDED-4F05-8748-4D09A772F828}" srcOrd="0" destOrd="0" presId="urn:microsoft.com/office/officeart/2018/2/layout/IconLabelList"/>
    <dgm:cxn modelId="{4703B78F-6D61-4647-B983-857008B3D0FF}" type="presOf" srcId="{62DF9B3A-221C-40A2-B7D0-9FDC37487136}" destId="{D0CC987F-43B0-409D-9AAD-A678819670A3}" srcOrd="0" destOrd="0" presId="urn:microsoft.com/office/officeart/2018/2/layout/IconLabelList"/>
    <dgm:cxn modelId="{0DD829A9-16D3-4DE9-B34B-6568FA23AF3C}" type="presOf" srcId="{812AAAA6-A51D-440C-88E3-BBCC8C1EC3F4}" destId="{7DE760E6-83B6-4912-8BB1-5FBB4EFE60D0}" srcOrd="0" destOrd="0" presId="urn:microsoft.com/office/officeart/2018/2/layout/IconLabelList"/>
    <dgm:cxn modelId="{F57E9E60-6C45-4B72-A52F-A40D75978639}" type="presParOf" srcId="{7AC0BC51-A6AE-4DBD-942E-D01F014E9D18}" destId="{FA26FF05-8EED-422E-9E5B-C4914D58E111}" srcOrd="0" destOrd="0" presId="urn:microsoft.com/office/officeart/2018/2/layout/IconLabelList"/>
    <dgm:cxn modelId="{0876B9EA-1D76-4F33-9C07-983A58EC0C1A}" type="presParOf" srcId="{FA26FF05-8EED-422E-9E5B-C4914D58E111}" destId="{177FB7A4-4D1F-4804-ABBD-BD5B0B9B661A}" srcOrd="0" destOrd="0" presId="urn:microsoft.com/office/officeart/2018/2/layout/IconLabelList"/>
    <dgm:cxn modelId="{52D71E82-A10E-49E5-9874-C1D81B1AE96B}" type="presParOf" srcId="{FA26FF05-8EED-422E-9E5B-C4914D58E111}" destId="{91451BE3-B935-46EA-8EB2-624DE557BB7F}" srcOrd="1" destOrd="0" presId="urn:microsoft.com/office/officeart/2018/2/layout/IconLabelList"/>
    <dgm:cxn modelId="{3AF697AA-6458-419B-B58F-D3DFD185B83D}" type="presParOf" srcId="{FA26FF05-8EED-422E-9E5B-C4914D58E111}" destId="{D0CC987F-43B0-409D-9AAD-A678819670A3}" srcOrd="2" destOrd="0" presId="urn:microsoft.com/office/officeart/2018/2/layout/IconLabelList"/>
    <dgm:cxn modelId="{F2D291F6-7462-4E98-804A-B6918FD1BD2E}" type="presParOf" srcId="{7AC0BC51-A6AE-4DBD-942E-D01F014E9D18}" destId="{649404D4-AE86-42B7-BA71-70F63536A7E8}" srcOrd="1" destOrd="0" presId="urn:microsoft.com/office/officeart/2018/2/layout/IconLabelList"/>
    <dgm:cxn modelId="{C4F7AD23-B439-4C6F-B8F6-81F5176B0C42}" type="presParOf" srcId="{7AC0BC51-A6AE-4DBD-942E-D01F014E9D18}" destId="{5B7DDDFB-48CF-4584-B870-C1B999072FE8}" srcOrd="2" destOrd="0" presId="urn:microsoft.com/office/officeart/2018/2/layout/IconLabelList"/>
    <dgm:cxn modelId="{37C8A352-320B-44B0-9461-ECF450C8BB71}" type="presParOf" srcId="{5B7DDDFB-48CF-4584-B870-C1B999072FE8}" destId="{8D21C6FC-EB2C-4279-9EB1-8276A12EBF53}" srcOrd="0" destOrd="0" presId="urn:microsoft.com/office/officeart/2018/2/layout/IconLabelList"/>
    <dgm:cxn modelId="{F81D99D8-9C69-4646-862E-E4FFB810ECF3}" type="presParOf" srcId="{5B7DDDFB-48CF-4584-B870-C1B999072FE8}" destId="{FBBB28CB-F506-4016-84FB-964D56CFBE34}" srcOrd="1" destOrd="0" presId="urn:microsoft.com/office/officeart/2018/2/layout/IconLabelList"/>
    <dgm:cxn modelId="{3F593CDC-3D09-40D5-95E0-4E95E3B959F1}" type="presParOf" srcId="{5B7DDDFB-48CF-4584-B870-C1B999072FE8}" destId="{7DE760E6-83B6-4912-8BB1-5FBB4EFE60D0}" srcOrd="2" destOrd="0" presId="urn:microsoft.com/office/officeart/2018/2/layout/IconLabelList"/>
    <dgm:cxn modelId="{0756413F-E2E1-425D-84B1-6D45CA42465C}" type="presParOf" srcId="{7AC0BC51-A6AE-4DBD-942E-D01F014E9D18}" destId="{400C475A-04AA-4A97-B9CA-F39F4EA652B2}" srcOrd="3" destOrd="0" presId="urn:microsoft.com/office/officeart/2018/2/layout/IconLabelList"/>
    <dgm:cxn modelId="{1DBE936F-D0DD-4810-B9C9-99039838ABDD}" type="presParOf" srcId="{7AC0BC51-A6AE-4DBD-942E-D01F014E9D18}" destId="{D781F6AA-AC36-4520-940B-694D989EB887}" srcOrd="4" destOrd="0" presId="urn:microsoft.com/office/officeart/2018/2/layout/IconLabelList"/>
    <dgm:cxn modelId="{8A09C68F-3D8F-46BF-8A07-5C9CDB0A38D0}" type="presParOf" srcId="{D781F6AA-AC36-4520-940B-694D989EB887}" destId="{C2B0A733-9BA2-43E1-9ABB-865CFC668BE9}" srcOrd="0" destOrd="0" presId="urn:microsoft.com/office/officeart/2018/2/layout/IconLabelList"/>
    <dgm:cxn modelId="{341C10B9-6E99-4781-AD5E-864CBA559405}" type="presParOf" srcId="{D781F6AA-AC36-4520-940B-694D989EB887}" destId="{9662F0EC-5B51-412A-8971-1AC4A19B0236}" srcOrd="1" destOrd="0" presId="urn:microsoft.com/office/officeart/2018/2/layout/IconLabelList"/>
    <dgm:cxn modelId="{0D7C8E12-F08A-4E6E-BA11-251F20B9F8F1}" type="presParOf" srcId="{D781F6AA-AC36-4520-940B-694D989EB887}" destId="{216D8FFA-B06E-4430-95E9-DEA9AC7D3563}" srcOrd="2" destOrd="0" presId="urn:microsoft.com/office/officeart/2018/2/layout/IconLabelList"/>
    <dgm:cxn modelId="{BA1DDE9A-D4AA-47DF-97E1-62A228BB475D}" type="presParOf" srcId="{7AC0BC51-A6AE-4DBD-942E-D01F014E9D18}" destId="{8EAA9973-1B5A-47E7-A532-E169E74E8BC2}" srcOrd="5" destOrd="0" presId="urn:microsoft.com/office/officeart/2018/2/layout/IconLabelList"/>
    <dgm:cxn modelId="{63841731-4D3B-43B6-BB84-66F11519483E}" type="presParOf" srcId="{7AC0BC51-A6AE-4DBD-942E-D01F014E9D18}" destId="{4ADF79CB-818D-4724-B803-FD06F46B4DC4}" srcOrd="6" destOrd="0" presId="urn:microsoft.com/office/officeart/2018/2/layout/IconLabelList"/>
    <dgm:cxn modelId="{49322B76-3CE6-45FF-B859-5DCD803633CA}" type="presParOf" srcId="{4ADF79CB-818D-4724-B803-FD06F46B4DC4}" destId="{D1439B60-A66C-4CD3-AC37-1874A0416332}" srcOrd="0" destOrd="0" presId="urn:microsoft.com/office/officeart/2018/2/layout/IconLabelList"/>
    <dgm:cxn modelId="{8114C43F-2D8A-4588-A9E9-99E78B4747BE}" type="presParOf" srcId="{4ADF79CB-818D-4724-B803-FD06F46B4DC4}" destId="{23D486DD-A141-4F0E-88E9-52A1786A4CC1}" srcOrd="1" destOrd="0" presId="urn:microsoft.com/office/officeart/2018/2/layout/IconLabelList"/>
    <dgm:cxn modelId="{ECCA0BA2-45B1-41D8-A61C-17042B8FDFD0}" type="presParOf" srcId="{4ADF79CB-818D-4724-B803-FD06F46B4DC4}" destId="{D0FB20BF-5B2C-44A3-8DCD-22D87A4CC3B7}" srcOrd="2" destOrd="0" presId="urn:microsoft.com/office/officeart/2018/2/layout/IconLabelList"/>
    <dgm:cxn modelId="{CC434F4A-E7FA-483E-B9F3-21B2C275BA82}" type="presParOf" srcId="{7AC0BC51-A6AE-4DBD-942E-D01F014E9D18}" destId="{EC926D4E-6DBB-49D3-8121-314162D02041}" srcOrd="7" destOrd="0" presId="urn:microsoft.com/office/officeart/2018/2/layout/IconLabelList"/>
    <dgm:cxn modelId="{1B22E8D6-32C3-4C29-AF96-0F2B146DEFF1}" type="presParOf" srcId="{7AC0BC51-A6AE-4DBD-942E-D01F014E9D18}" destId="{316DEE5C-157C-4207-99B7-484893E082AC}" srcOrd="8" destOrd="0" presId="urn:microsoft.com/office/officeart/2018/2/layout/IconLabelList"/>
    <dgm:cxn modelId="{684C7B3E-BAC4-43EC-BE7A-FAA5B1CAB477}" type="presParOf" srcId="{316DEE5C-157C-4207-99B7-484893E082AC}" destId="{0B9AE074-10A7-43C9-B51C-FA96F48DA4D7}" srcOrd="0" destOrd="0" presId="urn:microsoft.com/office/officeart/2018/2/layout/IconLabelList"/>
    <dgm:cxn modelId="{90544D25-548F-47FE-B49A-D5D1BA97C986}" type="presParOf" srcId="{316DEE5C-157C-4207-99B7-484893E082AC}" destId="{79A9392B-56DE-4664-BB9B-F98E80518425}" srcOrd="1" destOrd="0" presId="urn:microsoft.com/office/officeart/2018/2/layout/IconLabelList"/>
    <dgm:cxn modelId="{4EC39628-FD7E-4E01-824A-706C9A736F44}" type="presParOf" srcId="{316DEE5C-157C-4207-99B7-484893E082AC}" destId="{7FDC4428-FDED-4F05-8748-4D09A772F8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7F8A8-375B-4E22-9CC4-44F10EF484A2}">
      <dsp:nvSpPr>
        <dsp:cNvPr id="0" name=""/>
        <dsp:cNvSpPr/>
      </dsp:nvSpPr>
      <dsp:spPr>
        <a:xfrm>
          <a:off x="1577340" y="1716"/>
          <a:ext cx="6309360" cy="7529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Ensure continuous system reliability and uptime</a:t>
          </a:r>
        </a:p>
      </dsp:txBody>
      <dsp:txXfrm>
        <a:off x="1577340" y="1716"/>
        <a:ext cx="6309360" cy="752947"/>
      </dsp:txXfrm>
    </dsp:sp>
    <dsp:sp modelId="{816FDAC6-FE21-496B-9C77-3B12E43E801B}">
      <dsp:nvSpPr>
        <dsp:cNvPr id="0" name=""/>
        <dsp:cNvSpPr/>
      </dsp:nvSpPr>
      <dsp:spPr>
        <a:xfrm>
          <a:off x="0" y="1716"/>
          <a:ext cx="1577340" cy="752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Ensure</a:t>
          </a:r>
        </a:p>
      </dsp:txBody>
      <dsp:txXfrm>
        <a:off x="0" y="1716"/>
        <a:ext cx="1577340" cy="752947"/>
      </dsp:txXfrm>
    </dsp:sp>
    <dsp:sp modelId="{89948272-8548-4B90-8632-CC55A2D9B50C}">
      <dsp:nvSpPr>
        <dsp:cNvPr id="0" name=""/>
        <dsp:cNvSpPr/>
      </dsp:nvSpPr>
      <dsp:spPr>
        <a:xfrm>
          <a:off x="1577340" y="799840"/>
          <a:ext cx="6309360" cy="75294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Provide rapid response to critical incidents</a:t>
          </a:r>
        </a:p>
      </dsp:txBody>
      <dsp:txXfrm>
        <a:off x="1577340" y="799840"/>
        <a:ext cx="6309360" cy="752947"/>
      </dsp:txXfrm>
    </dsp:sp>
    <dsp:sp modelId="{62EA3CBC-4AE6-4FBC-AD69-82C17443476F}">
      <dsp:nvSpPr>
        <dsp:cNvPr id="0" name=""/>
        <dsp:cNvSpPr/>
      </dsp:nvSpPr>
      <dsp:spPr>
        <a:xfrm>
          <a:off x="0" y="799840"/>
          <a:ext cx="1577340" cy="752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Provide</a:t>
          </a:r>
        </a:p>
      </dsp:txBody>
      <dsp:txXfrm>
        <a:off x="0" y="799840"/>
        <a:ext cx="1577340" cy="752947"/>
      </dsp:txXfrm>
    </dsp:sp>
    <dsp:sp modelId="{7A6CF55A-EA29-4FD6-A133-A84FD60DCBD0}">
      <dsp:nvSpPr>
        <dsp:cNvPr id="0" name=""/>
        <dsp:cNvSpPr/>
      </dsp:nvSpPr>
      <dsp:spPr>
        <a:xfrm>
          <a:off x="1577340" y="1597964"/>
          <a:ext cx="6309360" cy="75294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Distribute on-call responsibilities fairly among team members</a:t>
          </a:r>
        </a:p>
      </dsp:txBody>
      <dsp:txXfrm>
        <a:off x="1577340" y="1597964"/>
        <a:ext cx="6309360" cy="752947"/>
      </dsp:txXfrm>
    </dsp:sp>
    <dsp:sp modelId="{42A9059B-4785-4502-9EB0-48F1352C67CA}">
      <dsp:nvSpPr>
        <dsp:cNvPr id="0" name=""/>
        <dsp:cNvSpPr/>
      </dsp:nvSpPr>
      <dsp:spPr>
        <a:xfrm>
          <a:off x="0" y="1597964"/>
          <a:ext cx="1577340" cy="752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Distribute on</a:t>
          </a:r>
        </a:p>
      </dsp:txBody>
      <dsp:txXfrm>
        <a:off x="0" y="1597964"/>
        <a:ext cx="1577340" cy="752947"/>
      </dsp:txXfrm>
    </dsp:sp>
    <dsp:sp modelId="{A00E6F31-8172-4114-8B8F-EEC64DC4C71D}">
      <dsp:nvSpPr>
        <dsp:cNvPr id="0" name=""/>
        <dsp:cNvSpPr/>
      </dsp:nvSpPr>
      <dsp:spPr>
        <a:xfrm>
          <a:off x="1577340" y="2396088"/>
          <a:ext cx="6309360" cy="75294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Avoid burnout by implementing sustainable scheduling</a:t>
          </a:r>
        </a:p>
      </dsp:txBody>
      <dsp:txXfrm>
        <a:off x="1577340" y="2396088"/>
        <a:ext cx="6309360" cy="752947"/>
      </dsp:txXfrm>
    </dsp:sp>
    <dsp:sp modelId="{A3E236E4-10B9-40D8-9A9E-98C0D6666BB6}">
      <dsp:nvSpPr>
        <dsp:cNvPr id="0" name=""/>
        <dsp:cNvSpPr/>
      </dsp:nvSpPr>
      <dsp:spPr>
        <a:xfrm>
          <a:off x="0" y="2396088"/>
          <a:ext cx="1577340" cy="752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Avoid</a:t>
          </a:r>
        </a:p>
      </dsp:txBody>
      <dsp:txXfrm>
        <a:off x="0" y="2396088"/>
        <a:ext cx="1577340" cy="752947"/>
      </dsp:txXfrm>
    </dsp:sp>
    <dsp:sp modelId="{5395BB81-B1DC-4890-8A57-0617D2F122F9}">
      <dsp:nvSpPr>
        <dsp:cNvPr id="0" name=""/>
        <dsp:cNvSpPr/>
      </dsp:nvSpPr>
      <dsp:spPr>
        <a:xfrm>
          <a:off x="1577340" y="3194212"/>
          <a:ext cx="6309360" cy="75294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Align incident response with business continuity goals</a:t>
          </a:r>
        </a:p>
      </dsp:txBody>
      <dsp:txXfrm>
        <a:off x="1577340" y="3194212"/>
        <a:ext cx="6309360" cy="752947"/>
      </dsp:txXfrm>
    </dsp:sp>
    <dsp:sp modelId="{AA5A94FB-F14E-4644-AEDC-681EAEFB02B1}">
      <dsp:nvSpPr>
        <dsp:cNvPr id="0" name=""/>
        <dsp:cNvSpPr/>
      </dsp:nvSpPr>
      <dsp:spPr>
        <a:xfrm>
          <a:off x="0" y="3194212"/>
          <a:ext cx="1577340" cy="7529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Align</a:t>
          </a:r>
        </a:p>
      </dsp:txBody>
      <dsp:txXfrm>
        <a:off x="0" y="3194212"/>
        <a:ext cx="1577340" cy="752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F2C48-09BD-4EB3-9AE6-FE23276F8FA4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7A5FD-6BD7-4EAA-AF21-84F973D24B14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518C8-8276-490C-8771-929AC4D22E07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Focus alerts on latency, traffic, errors, and saturation</a:t>
          </a:r>
        </a:p>
      </dsp:txBody>
      <dsp:txXfrm>
        <a:off x="1612357" y="28723"/>
        <a:ext cx="2301898" cy="976563"/>
      </dsp:txXfrm>
    </dsp:sp>
    <dsp:sp modelId="{E0C0F731-EAAA-453B-870F-76739429216B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14FBC-D1E4-4B42-9D4F-D38A2943AA1D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D6925-80E3-43A3-9354-D02E814234F0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Reduce noise by eliminating redundant or low-priority alerts</a:t>
          </a:r>
        </a:p>
      </dsp:txBody>
      <dsp:txXfrm>
        <a:off x="5501170" y="28723"/>
        <a:ext cx="2301898" cy="976563"/>
      </dsp:txXfrm>
    </dsp:sp>
    <dsp:sp modelId="{46259B86-C12A-4F16-983B-5FC11621C57F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9190C-1EB3-4B53-8254-A9C020ED6EC3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DB15E-3876-4E05-9E48-24186C3E0990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Implement alert dashboards for quick diagnostics</a:t>
          </a:r>
        </a:p>
      </dsp:txBody>
      <dsp:txXfrm>
        <a:off x="1612357" y="1774700"/>
        <a:ext cx="2301898" cy="976563"/>
      </dsp:txXfrm>
    </dsp:sp>
    <dsp:sp modelId="{8C7B7382-0ED7-4F70-A847-E7914C360785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D9A39-88AD-40C8-8779-88064BED827B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0BED8-F959-4A20-9E51-03D349288470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Ensure each alert is actionable and relevant</a:t>
          </a:r>
        </a:p>
      </dsp:txBody>
      <dsp:txXfrm>
        <a:off x="5501170" y="1774700"/>
        <a:ext cx="2301898" cy="976563"/>
      </dsp:txXfrm>
    </dsp:sp>
    <dsp:sp modelId="{9EC2F68C-70AD-4AE0-B7BA-EDEAFE42A128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A3BF7-7EB8-42D6-A147-B34B049A0EC8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CF98B-6DA7-4DBD-8D08-E1015FED558F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Align monitoring with SLAs and SLOs</a:t>
          </a:r>
        </a:p>
      </dsp:txBody>
      <dsp:txXfrm>
        <a:off x="1612357" y="3520676"/>
        <a:ext cx="2301898" cy="976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24521-BC20-4BE9-B24E-8D32419C6446}">
      <dsp:nvSpPr>
        <dsp:cNvPr id="0" name=""/>
        <dsp:cNvSpPr/>
      </dsp:nvSpPr>
      <dsp:spPr>
        <a:xfrm>
          <a:off x="1052579" y="277958"/>
          <a:ext cx="739599" cy="739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10EC6-142C-4960-875B-4ED408946F77}">
      <dsp:nvSpPr>
        <dsp:cNvPr id="0" name=""/>
        <dsp:cNvSpPr/>
      </dsp:nvSpPr>
      <dsp:spPr>
        <a:xfrm>
          <a:off x="600601" y="12965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Offer onboarding and training for new on-call engineers</a:t>
          </a:r>
        </a:p>
      </dsp:txBody>
      <dsp:txXfrm>
        <a:off x="600601" y="1296509"/>
        <a:ext cx="1643554" cy="657421"/>
      </dsp:txXfrm>
    </dsp:sp>
    <dsp:sp modelId="{0E0821B2-DDA9-4195-897C-08FC6468F852}">
      <dsp:nvSpPr>
        <dsp:cNvPr id="0" name=""/>
        <dsp:cNvSpPr/>
      </dsp:nvSpPr>
      <dsp:spPr>
        <a:xfrm>
          <a:off x="2983756" y="277958"/>
          <a:ext cx="739599" cy="739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25C83-3C44-4A0F-8C15-8950CA563101}">
      <dsp:nvSpPr>
        <dsp:cNvPr id="0" name=""/>
        <dsp:cNvSpPr/>
      </dsp:nvSpPr>
      <dsp:spPr>
        <a:xfrm>
          <a:off x="2531778" y="12965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Maintain clear runbooks and troubleshooting guides</a:t>
          </a:r>
        </a:p>
      </dsp:txBody>
      <dsp:txXfrm>
        <a:off x="2531778" y="1296509"/>
        <a:ext cx="1643554" cy="657421"/>
      </dsp:txXfrm>
    </dsp:sp>
    <dsp:sp modelId="{FD2B1ED0-AE96-4DAE-BCA8-CD2C461D2073}">
      <dsp:nvSpPr>
        <dsp:cNvPr id="0" name=""/>
        <dsp:cNvSpPr/>
      </dsp:nvSpPr>
      <dsp:spPr>
        <a:xfrm>
          <a:off x="1052579" y="2364820"/>
          <a:ext cx="739599" cy="739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A2424-0A29-47CF-BAB4-05D444E479ED}">
      <dsp:nvSpPr>
        <dsp:cNvPr id="0" name=""/>
        <dsp:cNvSpPr/>
      </dsp:nvSpPr>
      <dsp:spPr>
        <a:xfrm>
          <a:off x="600601" y="3383371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Rotate new engineers with experienced mentors</a:t>
          </a:r>
        </a:p>
      </dsp:txBody>
      <dsp:txXfrm>
        <a:off x="600601" y="3383371"/>
        <a:ext cx="1643554" cy="657421"/>
      </dsp:txXfrm>
    </dsp:sp>
    <dsp:sp modelId="{9970BE70-0D97-4D64-8B53-481EC17FA4A5}">
      <dsp:nvSpPr>
        <dsp:cNvPr id="0" name=""/>
        <dsp:cNvSpPr/>
      </dsp:nvSpPr>
      <dsp:spPr>
        <a:xfrm>
          <a:off x="2983756" y="2364820"/>
          <a:ext cx="739599" cy="7395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2D379-958B-4575-A3C5-9F04E9673CB9}">
      <dsp:nvSpPr>
        <dsp:cNvPr id="0" name=""/>
        <dsp:cNvSpPr/>
      </dsp:nvSpPr>
      <dsp:spPr>
        <a:xfrm>
          <a:off x="2531778" y="3383371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Review incidents in blameless retrospectives</a:t>
          </a:r>
        </a:p>
      </dsp:txBody>
      <dsp:txXfrm>
        <a:off x="2531778" y="3383371"/>
        <a:ext cx="1643554" cy="657421"/>
      </dsp:txXfrm>
    </dsp:sp>
    <dsp:sp modelId="{33945448-CBC8-4663-8DE7-EA5B8635B5E2}">
      <dsp:nvSpPr>
        <dsp:cNvPr id="0" name=""/>
        <dsp:cNvSpPr/>
      </dsp:nvSpPr>
      <dsp:spPr>
        <a:xfrm>
          <a:off x="2018167" y="4451681"/>
          <a:ext cx="739599" cy="7395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71DDF-CB90-42D3-BD4D-55E343D91734}">
      <dsp:nvSpPr>
        <dsp:cNvPr id="0" name=""/>
        <dsp:cNvSpPr/>
      </dsp:nvSpPr>
      <dsp:spPr>
        <a:xfrm>
          <a:off x="1566190" y="5470232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Foster a culture of continuous learning and improvement</a:t>
          </a:r>
        </a:p>
      </dsp:txBody>
      <dsp:txXfrm>
        <a:off x="1566190" y="5470232"/>
        <a:ext cx="1643554" cy="6574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FB7A4-4D1F-4804-ABBD-BD5B0B9B661A}">
      <dsp:nvSpPr>
        <dsp:cNvPr id="0" name=""/>
        <dsp:cNvSpPr/>
      </dsp:nvSpPr>
      <dsp:spPr>
        <a:xfrm>
          <a:off x="1197717" y="232170"/>
          <a:ext cx="637558" cy="637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C987F-43B0-409D-9AAD-A678819670A3}">
      <dsp:nvSpPr>
        <dsp:cNvPr id="0" name=""/>
        <dsp:cNvSpPr/>
      </dsp:nvSpPr>
      <dsp:spPr>
        <a:xfrm>
          <a:off x="808098" y="1109434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Track metrics: Mean Time to Acknowledge (MTTA), Mean Time to Resolve (MTTR)</a:t>
          </a:r>
        </a:p>
      </dsp:txBody>
      <dsp:txXfrm>
        <a:off x="808098" y="1109434"/>
        <a:ext cx="1416796" cy="566718"/>
      </dsp:txXfrm>
    </dsp:sp>
    <dsp:sp modelId="{8D21C6FC-EB2C-4279-9EB1-8276A12EBF53}">
      <dsp:nvSpPr>
        <dsp:cNvPr id="0" name=""/>
        <dsp:cNvSpPr/>
      </dsp:nvSpPr>
      <dsp:spPr>
        <a:xfrm>
          <a:off x="2862453" y="232170"/>
          <a:ext cx="637558" cy="637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760E6-83B6-4912-8BB1-5FBB4EFE60D0}">
      <dsp:nvSpPr>
        <dsp:cNvPr id="0" name=""/>
        <dsp:cNvSpPr/>
      </dsp:nvSpPr>
      <dsp:spPr>
        <a:xfrm>
          <a:off x="2472834" y="1109434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Regularly survey team feedback on on-call experiences</a:t>
          </a:r>
        </a:p>
      </dsp:txBody>
      <dsp:txXfrm>
        <a:off x="2472834" y="1109434"/>
        <a:ext cx="1416796" cy="566718"/>
      </dsp:txXfrm>
    </dsp:sp>
    <dsp:sp modelId="{C2B0A733-9BA2-43E1-9ABB-865CFC668BE9}">
      <dsp:nvSpPr>
        <dsp:cNvPr id="0" name=""/>
        <dsp:cNvSpPr/>
      </dsp:nvSpPr>
      <dsp:spPr>
        <a:xfrm>
          <a:off x="1197717" y="2030352"/>
          <a:ext cx="637558" cy="6375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D8FFA-B06E-4430-95E9-DEA9AC7D3563}">
      <dsp:nvSpPr>
        <dsp:cNvPr id="0" name=""/>
        <dsp:cNvSpPr/>
      </dsp:nvSpPr>
      <dsp:spPr>
        <a:xfrm>
          <a:off x="808098" y="2907616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Fine-tune alert rules to reduce noise</a:t>
          </a:r>
        </a:p>
      </dsp:txBody>
      <dsp:txXfrm>
        <a:off x="808098" y="2907616"/>
        <a:ext cx="1416796" cy="566718"/>
      </dsp:txXfrm>
    </dsp:sp>
    <dsp:sp modelId="{D1439B60-A66C-4CD3-AC37-1874A0416332}">
      <dsp:nvSpPr>
        <dsp:cNvPr id="0" name=""/>
        <dsp:cNvSpPr/>
      </dsp:nvSpPr>
      <dsp:spPr>
        <a:xfrm>
          <a:off x="2862453" y="2030352"/>
          <a:ext cx="637558" cy="6375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B20BF-5B2C-44A3-8DCD-22D87A4CC3B7}">
      <dsp:nvSpPr>
        <dsp:cNvPr id="0" name=""/>
        <dsp:cNvSpPr/>
      </dsp:nvSpPr>
      <dsp:spPr>
        <a:xfrm>
          <a:off x="2472834" y="2907616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Iterate rotation and escalation strategies quarterly</a:t>
          </a:r>
        </a:p>
      </dsp:txBody>
      <dsp:txXfrm>
        <a:off x="2472834" y="2907616"/>
        <a:ext cx="1416796" cy="566718"/>
      </dsp:txXfrm>
    </dsp:sp>
    <dsp:sp modelId="{0B9AE074-10A7-43C9-B51C-FA96F48DA4D7}">
      <dsp:nvSpPr>
        <dsp:cNvPr id="0" name=""/>
        <dsp:cNvSpPr/>
      </dsp:nvSpPr>
      <dsp:spPr>
        <a:xfrm>
          <a:off x="2030085" y="3828534"/>
          <a:ext cx="637558" cy="6375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C4428-FDED-4F05-8748-4D09A772F828}">
      <dsp:nvSpPr>
        <dsp:cNvPr id="0" name=""/>
        <dsp:cNvSpPr/>
      </dsp:nvSpPr>
      <dsp:spPr>
        <a:xfrm>
          <a:off x="1640466" y="4705798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Reflect improvements in playbooks and tools</a:t>
          </a:r>
        </a:p>
      </dsp:txBody>
      <dsp:txXfrm>
        <a:off x="1640466" y="4705798"/>
        <a:ext cx="1416796" cy="56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Pager Rotation Duties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(Best Practices by PagerDuty &amp;  Google SRE)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Mark White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CSD380 - DevOps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Module 7.2 Assignment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CF88C052-CA05-65E3-D7D3-9A207D0C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002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u="sng"/>
              <a:t>Why Pager Rotations Matter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1BE140D-CB3E-FF7A-0099-93146C173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17843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300" u="sng"/>
              <a:t>Define Clear Rotation Schedules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DDAE2A63-5F2F-7760-3B30-A88A554F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26" r="25376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- Use predictable, rotating schedules (weekly, biweekly)</a:t>
            </a:r>
          </a:p>
          <a:p>
            <a:r>
              <a:rPr lang="en-US" sz="1900"/>
              <a:t>- Factor in time zones, team member preferences, and capacity</a:t>
            </a:r>
          </a:p>
          <a:p>
            <a:r>
              <a:rPr lang="en-US" sz="1900"/>
              <a:t>- Leverage tools like PagerDuty to automate rotation management</a:t>
            </a:r>
          </a:p>
          <a:p>
            <a:r>
              <a:rPr lang="en-US" sz="1900"/>
              <a:t>- Schedule breaks and ensure coverage for holidays and PTO</a:t>
            </a:r>
          </a:p>
          <a:p>
            <a:r>
              <a:rPr lang="en-US" sz="1900"/>
              <a:t>- Keep rotation transparent and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 u="sng">
                <a:solidFill>
                  <a:schemeClr val="tx2"/>
                </a:solidFill>
              </a:rPr>
              <a:t>Establish Escalation Policies</a:t>
            </a:r>
          </a:p>
        </p:txBody>
      </p:sp>
      <p:pic>
        <p:nvPicPr>
          <p:cNvPr id="20" name="Graphic 19" descr="Warning">
            <a:extLst>
              <a:ext uri="{FF2B5EF4-FFF2-40B4-BE49-F238E27FC236}">
                <a16:creationId xmlns:a16="http://schemas.microsoft.com/office/drawing/2014/main" id="{57BAA547-8EEE-4EAC-F3A8-6355BD67F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- Set clear escalation paths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 	(primary &gt; secondary &gt; manager)</a:t>
            </a:r>
          </a:p>
          <a:p>
            <a:r>
              <a:rPr lang="en-US" sz="1600" dirty="0">
                <a:solidFill>
                  <a:schemeClr val="tx2"/>
                </a:solidFill>
              </a:rPr>
              <a:t>- Define alert severity levels and corresponding responses</a:t>
            </a:r>
          </a:p>
          <a:p>
            <a:r>
              <a:rPr lang="en-US" sz="1600" dirty="0">
                <a:solidFill>
                  <a:schemeClr val="tx2"/>
                </a:solidFill>
              </a:rPr>
              <a:t>- Use auto-escalation to ensure no alert is missed</a:t>
            </a:r>
          </a:p>
          <a:p>
            <a:r>
              <a:rPr lang="en-US" sz="1600" dirty="0">
                <a:solidFill>
                  <a:schemeClr val="tx2"/>
                </a:solidFill>
              </a:rPr>
              <a:t>- Keep escalation rules up to date with organizational changes</a:t>
            </a:r>
          </a:p>
          <a:p>
            <a:r>
              <a:rPr lang="en-US" sz="1600" dirty="0">
                <a:solidFill>
                  <a:schemeClr val="tx2"/>
                </a:solidFill>
              </a:rPr>
              <a:t>- Balance accountability with team support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Monitor with Golden Signals</a:t>
            </a:r>
            <a:endParaRPr lang="en-US" u="sn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2FABD6-25CE-D32D-AAE7-402B19F342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5" y="1783756"/>
            <a:ext cx="4168299" cy="11148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/>
              <a:t>Prepare for Handoff and Transitions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90525" y="3011237"/>
            <a:ext cx="4168298" cy="2865688"/>
          </a:xfrm>
        </p:spPr>
        <p:txBody>
          <a:bodyPr anchor="t">
            <a:normAutofit/>
          </a:bodyPr>
          <a:lstStyle/>
          <a:p>
            <a:r>
              <a:rPr lang="en-US" sz="1350"/>
              <a:t>- Hold brief handoff calls or use documentation</a:t>
            </a:r>
          </a:p>
          <a:p>
            <a:r>
              <a:rPr lang="en-US" sz="1350"/>
              <a:t>- Provide status updates on open incidents or known issues</a:t>
            </a:r>
          </a:p>
          <a:p>
            <a:r>
              <a:rPr lang="en-US" sz="1350"/>
              <a:t>- Use checklists to ensure thorough knowledge transfer</a:t>
            </a:r>
          </a:p>
          <a:p>
            <a:r>
              <a:rPr lang="en-US" sz="1350"/>
              <a:t>- Apply Google’s 'handoff ritual' model for seamless transition</a:t>
            </a:r>
          </a:p>
          <a:p>
            <a:r>
              <a:rPr lang="en-US" sz="1350"/>
              <a:t>- Avoid mid-night handoffs unless necessary</a:t>
            </a:r>
          </a:p>
        </p:txBody>
      </p:sp>
      <p:sp>
        <p:nvSpPr>
          <p:cNvPr id="15" name="Freeform 49">
            <a:extLst>
              <a:ext uri="{FF2B5EF4-FFF2-40B4-BE49-F238E27FC236}">
                <a16:creationId xmlns:a16="http://schemas.microsoft.com/office/drawing/2014/main" id="{EF9B8DF2-C3F5-49A2-94D2-F7B65A0F1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5178" y="1634459"/>
            <a:ext cx="4558822" cy="52235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330B6AC-E6AB-45E4-A303-C8DE90EB2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4477" y="1783756"/>
            <a:ext cx="4409524" cy="5074243"/>
          </a:xfrm>
          <a:custGeom>
            <a:avLst/>
            <a:gdLst>
              <a:gd name="connsiteX0" fmla="*/ 3120528 w 5298683"/>
              <a:gd name="connsiteY0" fmla="*/ 0 h 6097438"/>
              <a:gd name="connsiteX1" fmla="*/ 5105473 w 5298683"/>
              <a:gd name="connsiteY1" fmla="*/ 712577 h 6097438"/>
              <a:gd name="connsiteX2" fmla="*/ 5298683 w 5298683"/>
              <a:gd name="connsiteY2" fmla="*/ 888178 h 6097438"/>
              <a:gd name="connsiteX3" fmla="*/ 5298683 w 5298683"/>
              <a:gd name="connsiteY3" fmla="*/ 5352876 h 6097438"/>
              <a:gd name="connsiteX4" fmla="*/ 5105473 w 5298683"/>
              <a:gd name="connsiteY4" fmla="*/ 5528477 h 6097438"/>
              <a:gd name="connsiteX5" fmla="*/ 4335177 w 5298683"/>
              <a:gd name="connsiteY5" fmla="*/ 5995828 h 6097438"/>
              <a:gd name="connsiteX6" fmla="*/ 4057556 w 5298683"/>
              <a:gd name="connsiteY6" fmla="*/ 6097438 h 6097438"/>
              <a:gd name="connsiteX7" fmla="*/ 2183499 w 5298683"/>
              <a:gd name="connsiteY7" fmla="*/ 6097438 h 6097438"/>
              <a:gd name="connsiteX8" fmla="*/ 1905878 w 5298683"/>
              <a:gd name="connsiteY8" fmla="*/ 5995828 h 6097438"/>
              <a:gd name="connsiteX9" fmla="*/ 0 w 5298683"/>
              <a:gd name="connsiteY9" fmla="*/ 3120527 h 6097438"/>
              <a:gd name="connsiteX10" fmla="*/ 3120528 w 5298683"/>
              <a:gd name="connsiteY10" fmla="*/ 0 h 609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98683" h="6097438">
                <a:moveTo>
                  <a:pt x="3120528" y="0"/>
                </a:moveTo>
                <a:cubicBezTo>
                  <a:pt x="3874524" y="0"/>
                  <a:pt x="4566062" y="267415"/>
                  <a:pt x="5105473" y="712577"/>
                </a:cubicBezTo>
                <a:lnTo>
                  <a:pt x="5298683" y="888178"/>
                </a:lnTo>
                <a:lnTo>
                  <a:pt x="5298683" y="5352876"/>
                </a:lnTo>
                <a:lnTo>
                  <a:pt x="5105473" y="5528477"/>
                </a:lnTo>
                <a:cubicBezTo>
                  <a:pt x="4874296" y="5719261"/>
                  <a:pt x="4615179" y="5877397"/>
                  <a:pt x="4335177" y="5995828"/>
                </a:cubicBezTo>
                <a:lnTo>
                  <a:pt x="4057556" y="6097438"/>
                </a:lnTo>
                <a:lnTo>
                  <a:pt x="2183499" y="6097438"/>
                </a:lnTo>
                <a:lnTo>
                  <a:pt x="1905878" y="5995828"/>
                </a:lnTo>
                <a:cubicBezTo>
                  <a:pt x="785873" y="5522106"/>
                  <a:pt x="0" y="4413092"/>
                  <a:pt x="0" y="3120527"/>
                </a:cubicBezTo>
                <a:cubicBezTo>
                  <a:pt x="0" y="1397108"/>
                  <a:pt x="1397108" y="0"/>
                  <a:pt x="31205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Call center">
            <a:extLst>
              <a:ext uri="{FF2B5EF4-FFF2-40B4-BE49-F238E27FC236}">
                <a16:creationId xmlns:a16="http://schemas.microsoft.com/office/drawing/2014/main" id="{D2B30898-F4A4-D981-10EC-C1DCFB2EC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2125" y="2690866"/>
            <a:ext cx="3349623" cy="3349623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u="sng">
                <a:solidFill>
                  <a:schemeClr val="bg1"/>
                </a:solidFill>
              </a:rPr>
              <a:t>Provide Paging Literacy and Support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6D8D30-C0F8-4BF3-2F77-938666AD5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993639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 u="sng"/>
              <a:t>Measure and Improve the Process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405DACD-3AB3-297F-4119-7DCC8F74B1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96736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FDC8F-699B-292A-F2C7-443442FE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 u="sng" dirty="0">
                <a:solidFill>
                  <a:srgbClr val="FFFFFF"/>
                </a:solidFill>
              </a:rPr>
              <a:t>References: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440E4-2A90-03F5-3B81-D1021F5C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Cook, O., Smollett, S., Spadaccini, A., Donnelly, C., Ma, J., Evernote, G. P., Thorne, S., &amp; Yang, J. (2016). </a:t>
            </a:r>
            <a:r>
              <a:rPr lang="en-US" sz="1800" i="1" dirty="0"/>
              <a:t>On-Call</a:t>
            </a:r>
            <a:r>
              <a:rPr lang="en-US" sz="1800" dirty="0"/>
              <a:t>. </a:t>
            </a:r>
            <a:r>
              <a:rPr lang="en-US" sz="1800" dirty="0" err="1"/>
              <a:t>Sre.google</a:t>
            </a:r>
            <a:r>
              <a:rPr lang="en-US" sz="1800" dirty="0"/>
              <a:t>; Google SRE. https://sre.google/workbook/on-call/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i="1" dirty="0"/>
              <a:t>On-Call Rotations and Schedules</a:t>
            </a:r>
            <a:r>
              <a:rPr lang="en-US" sz="1800" dirty="0"/>
              <a:t>. (2025). PagerDuty. https://www.pagerduty.com/resources/incident-management-response/learn/call-rotations-schedules/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749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443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Pager Rotation Duties</vt:lpstr>
      <vt:lpstr>Why Pager Rotations Matter</vt:lpstr>
      <vt:lpstr>Define Clear Rotation Schedules</vt:lpstr>
      <vt:lpstr>Establish Escalation Policies</vt:lpstr>
      <vt:lpstr>Monitor with Golden Signals</vt:lpstr>
      <vt:lpstr>Prepare for Handoff and Transitions</vt:lpstr>
      <vt:lpstr>Provide Paging Literacy and Support</vt:lpstr>
      <vt:lpstr>Measure and Improve the Process</vt:lpstr>
      <vt:lpstr>References: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Mark White</dc:creator>
  <cp:keywords/>
  <dc:description>generated using python-pptx</dc:description>
  <cp:lastModifiedBy>Mark White</cp:lastModifiedBy>
  <cp:revision>2</cp:revision>
  <dcterms:created xsi:type="dcterms:W3CDTF">2013-01-27T09:14:16Z</dcterms:created>
  <dcterms:modified xsi:type="dcterms:W3CDTF">2025-06-30T22:26:03Z</dcterms:modified>
  <cp:category/>
</cp:coreProperties>
</file>